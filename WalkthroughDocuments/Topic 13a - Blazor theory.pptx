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6" r:id="rId5"/>
    <p:sldMasterId id="2147483685" r:id="rId6"/>
  </p:sldMasterIdLst>
  <p:notesMasterIdLst>
    <p:notesMasterId r:id="rId19"/>
  </p:notesMasterIdLst>
  <p:sldIdLst>
    <p:sldId id="256" r:id="rId7"/>
    <p:sldId id="257" r:id="rId8"/>
    <p:sldId id="268" r:id="rId9"/>
    <p:sldId id="258" r:id="rId10"/>
    <p:sldId id="265" r:id="rId11"/>
    <p:sldId id="271" r:id="rId12"/>
    <p:sldId id="272" r:id="rId13"/>
    <p:sldId id="273" r:id="rId14"/>
    <p:sldId id="262" r:id="rId15"/>
    <p:sldId id="259" r:id="rId16"/>
    <p:sldId id="263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A9395C-39D8-6009-7B72-F2FDF6418AE9}" v="209" dt="2025-11-20T03:07:51.0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75" autoAdjust="0"/>
    <p:restoredTop sz="74848" autoAdjust="0"/>
  </p:normalViewPr>
  <p:slideViewPr>
    <p:cSldViewPr snapToGrid="0">
      <p:cViewPr varScale="1">
        <p:scale>
          <a:sx n="71" d="100"/>
          <a:sy n="71" d="100"/>
        </p:scale>
        <p:origin x="6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l Audrey Nangue Tsotsop" userId="S::gtsotsop@cegep-heritage.qc.ca::1be6c59e-fd1f-4f69-b2c0-e4ec1aaafe2c" providerId="AD" clId="Web-{21A9395C-39D8-6009-7B72-F2FDF6418AE9}"/>
    <pc:docChg chg="addSld delSld modSld sldOrd">
      <pc:chgData name="Gil Audrey Nangue Tsotsop" userId="S::gtsotsop@cegep-heritage.qc.ca::1be6c59e-fd1f-4f69-b2c0-e4ec1aaafe2c" providerId="AD" clId="Web-{21A9395C-39D8-6009-7B72-F2FDF6418AE9}" dt="2025-11-20T03:07:51.076" v="165"/>
      <pc:docMkLst>
        <pc:docMk/>
      </pc:docMkLst>
      <pc:sldChg chg="addSp modSp">
        <pc:chgData name="Gil Audrey Nangue Tsotsop" userId="S::gtsotsop@cegep-heritage.qc.ca::1be6c59e-fd1f-4f69-b2c0-e4ec1aaafe2c" providerId="AD" clId="Web-{21A9395C-39D8-6009-7B72-F2FDF6418AE9}" dt="2025-11-20T02:53:14.852" v="49" actId="20577"/>
        <pc:sldMkLst>
          <pc:docMk/>
          <pc:sldMk cId="1743374556" sldId="258"/>
        </pc:sldMkLst>
        <pc:spChg chg="add mod">
          <ac:chgData name="Gil Audrey Nangue Tsotsop" userId="S::gtsotsop@cegep-heritage.qc.ca::1be6c59e-fd1f-4f69-b2c0-e4ec1aaafe2c" providerId="AD" clId="Web-{21A9395C-39D8-6009-7B72-F2FDF6418AE9}" dt="2025-11-20T02:53:14.852" v="49" actId="20577"/>
          <ac:spMkLst>
            <pc:docMk/>
            <pc:sldMk cId="1743374556" sldId="258"/>
            <ac:spMk id="6" creationId="{586E1C5C-D818-D255-12BD-26D5F4FBAED7}"/>
          </ac:spMkLst>
        </pc:spChg>
        <pc:graphicFrameChg chg="add mod modGraphic">
          <ac:chgData name="Gil Audrey Nangue Tsotsop" userId="S::gtsotsop@cegep-heritage.qc.ca::1be6c59e-fd1f-4f69-b2c0-e4ec1aaafe2c" providerId="AD" clId="Web-{21A9395C-39D8-6009-7B72-F2FDF6418AE9}" dt="2025-11-20T02:53:01.258" v="46" actId="1076"/>
          <ac:graphicFrameMkLst>
            <pc:docMk/>
            <pc:sldMk cId="1743374556" sldId="258"/>
            <ac:graphicFrameMk id="4" creationId="{5450EDDA-8138-9171-F2B1-B606A1FCC8F4}"/>
          </ac:graphicFrameMkLst>
        </pc:graphicFrameChg>
        <pc:picChg chg="mod">
          <ac:chgData name="Gil Audrey Nangue Tsotsop" userId="S::gtsotsop@cegep-heritage.qc.ca::1be6c59e-fd1f-4f69-b2c0-e4ec1aaafe2c" providerId="AD" clId="Web-{21A9395C-39D8-6009-7B72-F2FDF6418AE9}" dt="2025-11-20T02:50:22.448" v="6" actId="14100"/>
          <ac:picMkLst>
            <pc:docMk/>
            <pc:sldMk cId="1743374556" sldId="258"/>
            <ac:picMk id="7" creationId="{38334E3A-0D43-46D3-AF40-9C615B09D900}"/>
          </ac:picMkLst>
        </pc:picChg>
      </pc:sldChg>
      <pc:sldChg chg="modSp">
        <pc:chgData name="Gil Audrey Nangue Tsotsop" userId="S::gtsotsop@cegep-heritage.qc.ca::1be6c59e-fd1f-4f69-b2c0-e4ec1aaafe2c" providerId="AD" clId="Web-{21A9395C-39D8-6009-7B72-F2FDF6418AE9}" dt="2025-11-20T03:04:44.815" v="143" actId="20577"/>
        <pc:sldMkLst>
          <pc:docMk/>
          <pc:sldMk cId="3018505750" sldId="259"/>
        </pc:sldMkLst>
        <pc:spChg chg="mod">
          <ac:chgData name="Gil Audrey Nangue Tsotsop" userId="S::gtsotsop@cegep-heritage.qc.ca::1be6c59e-fd1f-4f69-b2c0-e4ec1aaafe2c" providerId="AD" clId="Web-{21A9395C-39D8-6009-7B72-F2FDF6418AE9}" dt="2025-11-20T03:04:44.815" v="143" actId="20577"/>
          <ac:spMkLst>
            <pc:docMk/>
            <pc:sldMk cId="3018505750" sldId="259"/>
            <ac:spMk id="3" creationId="{454D15B3-14C4-43A9-8BA2-AC95CC29821B}"/>
          </ac:spMkLst>
        </pc:spChg>
      </pc:sldChg>
      <pc:sldChg chg="del">
        <pc:chgData name="Gil Audrey Nangue Tsotsop" userId="S::gtsotsop@cegep-heritage.qc.ca::1be6c59e-fd1f-4f69-b2c0-e4ec1aaafe2c" providerId="AD" clId="Web-{21A9395C-39D8-6009-7B72-F2FDF6418AE9}" dt="2025-11-20T03:04:48.111" v="144"/>
        <pc:sldMkLst>
          <pc:docMk/>
          <pc:sldMk cId="218698624" sldId="260"/>
        </pc:sldMkLst>
      </pc:sldChg>
      <pc:sldChg chg="del">
        <pc:chgData name="Gil Audrey Nangue Tsotsop" userId="S::gtsotsop@cegep-heritage.qc.ca::1be6c59e-fd1f-4f69-b2c0-e4ec1aaafe2c" providerId="AD" clId="Web-{21A9395C-39D8-6009-7B72-F2FDF6418AE9}" dt="2025-11-20T03:04:53.127" v="145"/>
        <pc:sldMkLst>
          <pc:docMk/>
          <pc:sldMk cId="599388521" sldId="261"/>
        </pc:sldMkLst>
      </pc:sldChg>
      <pc:sldChg chg="del">
        <pc:chgData name="Gil Audrey Nangue Tsotsop" userId="S::gtsotsop@cegep-heritage.qc.ca::1be6c59e-fd1f-4f69-b2c0-e4ec1aaafe2c" providerId="AD" clId="Web-{21A9395C-39D8-6009-7B72-F2FDF6418AE9}" dt="2025-11-20T03:07:24.202" v="164"/>
        <pc:sldMkLst>
          <pc:docMk/>
          <pc:sldMk cId="875420813" sldId="264"/>
        </pc:sldMkLst>
      </pc:sldChg>
      <pc:sldChg chg="modSp">
        <pc:chgData name="Gil Audrey Nangue Tsotsop" userId="S::gtsotsop@cegep-heritage.qc.ca::1be6c59e-fd1f-4f69-b2c0-e4ec1aaafe2c" providerId="AD" clId="Web-{21A9395C-39D8-6009-7B72-F2FDF6418AE9}" dt="2025-11-20T02:56:33.241" v="73" actId="20577"/>
        <pc:sldMkLst>
          <pc:docMk/>
          <pc:sldMk cId="602916691" sldId="265"/>
        </pc:sldMkLst>
        <pc:spChg chg="mod">
          <ac:chgData name="Gil Audrey Nangue Tsotsop" userId="S::gtsotsop@cegep-heritage.qc.ca::1be6c59e-fd1f-4f69-b2c0-e4ec1aaafe2c" providerId="AD" clId="Web-{21A9395C-39D8-6009-7B72-F2FDF6418AE9}" dt="2025-11-20T02:53:44.961" v="50" actId="20577"/>
          <ac:spMkLst>
            <pc:docMk/>
            <pc:sldMk cId="602916691" sldId="265"/>
            <ac:spMk id="2" creationId="{27ED682F-C600-4FD1-AAC6-86B43AA8C46A}"/>
          </ac:spMkLst>
        </pc:spChg>
        <pc:spChg chg="mod">
          <ac:chgData name="Gil Audrey Nangue Tsotsop" userId="S::gtsotsop@cegep-heritage.qc.ca::1be6c59e-fd1f-4f69-b2c0-e4ec1aaafe2c" providerId="AD" clId="Web-{21A9395C-39D8-6009-7B72-F2FDF6418AE9}" dt="2025-11-20T02:56:33.241" v="73" actId="20577"/>
          <ac:spMkLst>
            <pc:docMk/>
            <pc:sldMk cId="602916691" sldId="265"/>
            <ac:spMk id="3" creationId="{27C8D0C6-9DB6-4114-995C-7367E9DDE35D}"/>
          </ac:spMkLst>
        </pc:spChg>
      </pc:sldChg>
      <pc:sldChg chg="del">
        <pc:chgData name="Gil Audrey Nangue Tsotsop" userId="S::gtsotsop@cegep-heritage.qc.ca::1be6c59e-fd1f-4f69-b2c0-e4ec1aaafe2c" providerId="AD" clId="Web-{21A9395C-39D8-6009-7B72-F2FDF6418AE9}" dt="2025-11-20T03:04:55.924" v="146"/>
        <pc:sldMkLst>
          <pc:docMk/>
          <pc:sldMk cId="648857744" sldId="266"/>
        </pc:sldMkLst>
      </pc:sldChg>
      <pc:sldChg chg="del">
        <pc:chgData name="Gil Audrey Nangue Tsotsop" userId="S::gtsotsop@cegep-heritage.qc.ca::1be6c59e-fd1f-4f69-b2c0-e4ec1aaafe2c" providerId="AD" clId="Web-{21A9395C-39D8-6009-7B72-F2FDF6418AE9}" dt="2025-11-20T03:07:00.702" v="162"/>
        <pc:sldMkLst>
          <pc:docMk/>
          <pc:sldMk cId="3251540506" sldId="267"/>
        </pc:sldMkLst>
      </pc:sldChg>
      <pc:sldChg chg="modSp">
        <pc:chgData name="Gil Audrey Nangue Tsotsop" userId="S::gtsotsop@cegep-heritage.qc.ca::1be6c59e-fd1f-4f69-b2c0-e4ec1aaafe2c" providerId="AD" clId="Web-{21A9395C-39D8-6009-7B72-F2FDF6418AE9}" dt="2025-11-20T02:50:09.885" v="3" actId="20577"/>
        <pc:sldMkLst>
          <pc:docMk/>
          <pc:sldMk cId="3142067373" sldId="268"/>
        </pc:sldMkLst>
        <pc:spChg chg="mod">
          <ac:chgData name="Gil Audrey Nangue Tsotsop" userId="S::gtsotsop@cegep-heritage.qc.ca::1be6c59e-fd1f-4f69-b2c0-e4ec1aaafe2c" providerId="AD" clId="Web-{21A9395C-39D8-6009-7B72-F2FDF6418AE9}" dt="2025-11-20T02:50:09.885" v="3" actId="20577"/>
          <ac:spMkLst>
            <pc:docMk/>
            <pc:sldMk cId="3142067373" sldId="268"/>
            <ac:spMk id="3" creationId="{27C8D0C6-9DB6-4114-995C-7367E9DDE35D}"/>
          </ac:spMkLst>
        </pc:spChg>
      </pc:sldChg>
      <pc:sldChg chg="del">
        <pc:chgData name="Gil Audrey Nangue Tsotsop" userId="S::gtsotsop@cegep-heritage.qc.ca::1be6c59e-fd1f-4f69-b2c0-e4ec1aaafe2c" providerId="AD" clId="Web-{21A9395C-39D8-6009-7B72-F2FDF6418AE9}" dt="2025-11-20T03:07:18.202" v="163"/>
        <pc:sldMkLst>
          <pc:docMk/>
          <pc:sldMk cId="2058679678" sldId="270"/>
        </pc:sldMkLst>
      </pc:sldChg>
      <pc:sldChg chg="modSp add replId">
        <pc:chgData name="Gil Audrey Nangue Tsotsop" userId="S::gtsotsop@cegep-heritage.qc.ca::1be6c59e-fd1f-4f69-b2c0-e4ec1aaafe2c" providerId="AD" clId="Web-{21A9395C-39D8-6009-7B72-F2FDF6418AE9}" dt="2025-11-20T02:58:04.428" v="86" actId="20577"/>
        <pc:sldMkLst>
          <pc:docMk/>
          <pc:sldMk cId="2930561844" sldId="271"/>
        </pc:sldMkLst>
        <pc:spChg chg="mod">
          <ac:chgData name="Gil Audrey Nangue Tsotsop" userId="S::gtsotsop@cegep-heritage.qc.ca::1be6c59e-fd1f-4f69-b2c0-e4ec1aaafe2c" providerId="AD" clId="Web-{21A9395C-39D8-6009-7B72-F2FDF6418AE9}" dt="2025-11-20T02:58:04.428" v="86" actId="20577"/>
          <ac:spMkLst>
            <pc:docMk/>
            <pc:sldMk cId="2930561844" sldId="271"/>
            <ac:spMk id="3" creationId="{F3F707B8-23EF-7AD9-741D-8457B68234B8}"/>
          </ac:spMkLst>
        </pc:spChg>
      </pc:sldChg>
      <pc:sldChg chg="modSp add ord replId">
        <pc:chgData name="Gil Audrey Nangue Tsotsop" userId="S::gtsotsop@cegep-heritage.qc.ca::1be6c59e-fd1f-4f69-b2c0-e4ec1aaafe2c" providerId="AD" clId="Web-{21A9395C-39D8-6009-7B72-F2FDF6418AE9}" dt="2025-11-20T03:00:37.724" v="103" actId="20577"/>
        <pc:sldMkLst>
          <pc:docMk/>
          <pc:sldMk cId="420061816" sldId="272"/>
        </pc:sldMkLst>
        <pc:spChg chg="mod">
          <ac:chgData name="Gil Audrey Nangue Tsotsop" userId="S::gtsotsop@cegep-heritage.qc.ca::1be6c59e-fd1f-4f69-b2c0-e4ec1aaafe2c" providerId="AD" clId="Web-{21A9395C-39D8-6009-7B72-F2FDF6418AE9}" dt="2025-11-20T02:59:05.958" v="91" actId="20577"/>
          <ac:spMkLst>
            <pc:docMk/>
            <pc:sldMk cId="420061816" sldId="272"/>
            <ac:spMk id="2" creationId="{37239484-CE25-7E75-CB20-3F6CDD08068E}"/>
          </ac:spMkLst>
        </pc:spChg>
        <pc:spChg chg="mod">
          <ac:chgData name="Gil Audrey Nangue Tsotsop" userId="S::gtsotsop@cegep-heritage.qc.ca::1be6c59e-fd1f-4f69-b2c0-e4ec1aaafe2c" providerId="AD" clId="Web-{21A9395C-39D8-6009-7B72-F2FDF6418AE9}" dt="2025-11-20T03:00:37.724" v="103" actId="20577"/>
          <ac:spMkLst>
            <pc:docMk/>
            <pc:sldMk cId="420061816" sldId="272"/>
            <ac:spMk id="3" creationId="{ACF4900F-5631-51D1-0322-E0AAB75838B3}"/>
          </ac:spMkLst>
        </pc:spChg>
      </pc:sldChg>
      <pc:sldChg chg="modSp add ord replId">
        <pc:chgData name="Gil Audrey Nangue Tsotsop" userId="S::gtsotsop@cegep-heritage.qc.ca::1be6c59e-fd1f-4f69-b2c0-e4ec1aaafe2c" providerId="AD" clId="Web-{21A9395C-39D8-6009-7B72-F2FDF6418AE9}" dt="2025-11-20T03:01:20.755" v="116" actId="20577"/>
        <pc:sldMkLst>
          <pc:docMk/>
          <pc:sldMk cId="1575504653" sldId="273"/>
        </pc:sldMkLst>
        <pc:spChg chg="mod">
          <ac:chgData name="Gil Audrey Nangue Tsotsop" userId="S::gtsotsop@cegep-heritage.qc.ca::1be6c59e-fd1f-4f69-b2c0-e4ec1aaafe2c" providerId="AD" clId="Web-{21A9395C-39D8-6009-7B72-F2FDF6418AE9}" dt="2025-11-20T03:01:20.755" v="116" actId="20577"/>
          <ac:spMkLst>
            <pc:docMk/>
            <pc:sldMk cId="1575504653" sldId="273"/>
            <ac:spMk id="3" creationId="{98D739F4-EA84-A108-E56F-6A553D29683D}"/>
          </ac:spMkLst>
        </pc:spChg>
      </pc:sldChg>
      <pc:sldChg chg="addSp modSp add del replId">
        <pc:chgData name="Gil Audrey Nangue Tsotsop" userId="S::gtsotsop@cegep-heritage.qc.ca::1be6c59e-fd1f-4f69-b2c0-e4ec1aaafe2c" providerId="AD" clId="Web-{21A9395C-39D8-6009-7B72-F2FDF6418AE9}" dt="2025-11-20T03:07:51.076" v="165"/>
        <pc:sldMkLst>
          <pc:docMk/>
          <pc:sldMk cId="2228830858" sldId="274"/>
        </pc:sldMkLst>
        <pc:spChg chg="mod">
          <ac:chgData name="Gil Audrey Nangue Tsotsop" userId="S::gtsotsop@cegep-heritage.qc.ca::1be6c59e-fd1f-4f69-b2c0-e4ec1aaafe2c" providerId="AD" clId="Web-{21A9395C-39D8-6009-7B72-F2FDF6418AE9}" dt="2025-11-20T03:05:12.095" v="148" actId="20577"/>
          <ac:spMkLst>
            <pc:docMk/>
            <pc:sldMk cId="2228830858" sldId="274"/>
            <ac:spMk id="2" creationId="{3283ABBF-CF72-CEB7-BB8C-38CB3AC1EF54}"/>
          </ac:spMkLst>
        </pc:spChg>
        <pc:spChg chg="mod">
          <ac:chgData name="Gil Audrey Nangue Tsotsop" userId="S::gtsotsop@cegep-heritage.qc.ca::1be6c59e-fd1f-4f69-b2c0-e4ec1aaafe2c" providerId="AD" clId="Web-{21A9395C-39D8-6009-7B72-F2FDF6418AE9}" dt="2025-11-20T03:05:25.470" v="151" actId="20577"/>
          <ac:spMkLst>
            <pc:docMk/>
            <pc:sldMk cId="2228830858" sldId="274"/>
            <ac:spMk id="3" creationId="{851CE898-6DD5-2C1A-D1C6-EF16FE977209}"/>
          </ac:spMkLst>
        </pc:spChg>
        <pc:graphicFrameChg chg="add mod modGraphic">
          <ac:chgData name="Gil Audrey Nangue Tsotsop" userId="S::gtsotsop@cegep-heritage.qc.ca::1be6c59e-fd1f-4f69-b2c0-e4ec1aaafe2c" providerId="AD" clId="Web-{21A9395C-39D8-6009-7B72-F2FDF6418AE9}" dt="2025-11-20T03:06:10.375" v="161"/>
          <ac:graphicFrameMkLst>
            <pc:docMk/>
            <pc:sldMk cId="2228830858" sldId="274"/>
            <ac:graphicFrameMk id="5" creationId="{D2A99287-FBE9-4F12-5784-E3A3D2D763A6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2436B-EE2A-4A37-91A8-51510D8A04CB}" type="datetimeFigureOut">
              <a:rPr lang="en-CA" smtClean="0"/>
              <a:t>2025-11-19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E6AC9A-64E4-4FDE-996C-C7888D11F9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527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https://www.pragimtech.com/blog/blazor/what-is-blazor/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6AC9A-64E4-4FDE-996C-C7888D11F9FE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4645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are these and what are the key differences?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6AC9A-64E4-4FDE-996C-C7888D11F9FE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49826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https://www.pragimtech.com/blog/blazor/what-is-blazor/</a:t>
            </a:r>
          </a:p>
          <a:p>
            <a:r>
              <a:rPr lang="en-CA" dirty="0"/>
              <a:t>CLR = Common Language Runtime – an abstraction of the execution environment that can be used by any of the Microsoft languages (C#, VB, F# C++) on a variety of platforms (Windows, Linux, etc.)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6AC9A-64E4-4FDE-996C-C7888D11F9FE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1768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91283-28A1-F728-8EE0-514AD6335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2F6E2E-4DCF-DF44-CD05-4D479B1A0E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8CD93B-82E1-BBFF-17EF-932C295A56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https://www.pragimtech.com/blog/blazor/what-is-blazor/</a:t>
            </a:r>
          </a:p>
          <a:p>
            <a:r>
              <a:rPr lang="en-CA" dirty="0"/>
              <a:t>CLR = Common Language Runtime – an abstraction of the execution environment that can be used by any of the Microsoft languages (C#, VB, F# C++) on a variety of platforms (Windows, Linux, etc.)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82F4-535E-529F-B1B3-E5A5D2E604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6AC9A-64E4-4FDE-996C-C7888D11F9FE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2207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8CF89-404D-B34D-5E2C-5B6838150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EC1D8D-A3C0-FAC4-E744-597DAAFE8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84E5EA-CC71-FF16-9F70-8A8A761F5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https://www.pragimtech.com/blog/blazor/what-is-blazor/</a:t>
            </a:r>
          </a:p>
          <a:p>
            <a:r>
              <a:rPr lang="en-CA" dirty="0"/>
              <a:t>CLR = Common Language Runtime – an abstraction of the execution environment that can be used by any of the Microsoft languages (C#, VB, F# C++) on a variety of platforms (Windows, Linux, etc.)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B4EEB-2F15-AA78-D5AA-5A4D979C02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6AC9A-64E4-4FDE-996C-C7888D11F9FE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1633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0A79F-4AD8-6BA6-012A-5E1A982A0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67BBD-AC57-1E27-A5EF-5AABA4258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662F20-CA2C-0DD0-7791-1DA10F584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https://www.pragimtech.com/blog/blazor/what-is-blazor/</a:t>
            </a:r>
          </a:p>
          <a:p>
            <a:r>
              <a:rPr lang="en-CA" dirty="0"/>
              <a:t>CLR = Common Language Runtime – an abstraction of the execution environment that can be used by any of the Microsoft languages (C#, VB, F# C++) on a variety of platforms (Windows, Linux, etc.)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8DB3D-E2DE-873F-1AEE-CA8728CC51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6AC9A-64E4-4FDE-996C-C7888D11F9FE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5358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†</a:t>
            </a:r>
            <a:r>
              <a:rPr lang="en-US" b="0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Blazor</a:t>
            </a:r>
            <a:r>
              <a:rPr lang="en-US" b="0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b="0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WebAssembly</a:t>
            </a:r>
            <a:r>
              <a:rPr lang="en-US" b="0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apps can use server-hosted APIs to access functionality that must be kept private and secure.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6AC9A-64E4-4FDE-996C-C7888D11F9FE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03257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https://visualstudiomagazine.com/articles/2021/08/17/silverlighted.aspx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6AC9A-64E4-4FDE-996C-C7888D11F9FE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7653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D753407D-B11A-4116-ACD8-7FA9CC20DE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5467" y="3037459"/>
            <a:ext cx="5129174" cy="2697947"/>
          </a:xfrm>
          <a:prstGeom prst="rect">
            <a:avLst/>
          </a:prstGeom>
        </p:spPr>
        <p:txBody>
          <a:bodyPr anchor="ctr"/>
          <a:lstStyle>
            <a:lvl1pPr>
              <a:defRPr lang="en-CA" sz="54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Title</a:t>
            </a:r>
            <a:endParaRPr lang="en-CA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2465480-EFF5-49B3-A8DB-64A956A773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95467" y="5735406"/>
            <a:ext cx="5129860" cy="500294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67" kern="1200" dirty="0" smtClean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defRPr>
            </a:lvl1pPr>
            <a:lvl2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67" kern="1200" dirty="0" smtClean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defRPr>
            </a:lvl2pPr>
            <a:lvl3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67" kern="1200" dirty="0" smtClean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defRPr>
            </a:lvl3pPr>
            <a:lvl4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67" kern="1200" dirty="0" smtClean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defRPr>
            </a:lvl4pPr>
          </a:lstStyle>
          <a:p>
            <a:pPr algn="r"/>
            <a:r>
              <a:rPr lang="en-US" altLang="ko-KR" sz="1867" dirty="0">
                <a:solidFill>
                  <a:schemeClr val="bg1"/>
                </a:solidFill>
                <a:cs typeface="Arial" pitchFamily="34" charset="0"/>
              </a:rPr>
              <a:t>Insert the Subtitle of Your Presentation</a:t>
            </a:r>
            <a:endParaRPr lang="ko-KR" altLang="en-US" sz="1867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239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32CCFEE-E365-4BEC-9144-56BCEB5261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13389" y="720724"/>
            <a:ext cx="4308475" cy="4788535"/>
          </a:xfrm>
          <a:prstGeom prst="rect">
            <a:avLst/>
          </a:prstGeom>
        </p:spPr>
        <p:txBody>
          <a:bodyPr/>
          <a:lstStyle>
            <a:lvl1pPr marL="514350" indent="-514350">
              <a:buFont typeface="Arial" panose="020B0604020202020204" pitchFamily="34" charset="0"/>
              <a:buChar char="▼"/>
              <a:defRPr lang="en-CA" sz="2800" b="1" kern="1200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defRPr>
            </a:lvl1pPr>
            <a:lvl2pPr marL="800100" indent="-342900">
              <a:buFont typeface="Arial" panose="020B0604020202020204" pitchFamily="34" charset="0"/>
              <a:buChar char="►"/>
              <a:defRPr sz="1600">
                <a:solidFill>
                  <a:schemeClr val="bg1"/>
                </a:solidFill>
              </a:defRPr>
            </a:lvl2pPr>
          </a:lstStyle>
          <a:p>
            <a:pPr lvl="0"/>
            <a:r>
              <a:rPr lang="en-CA" dirty="0"/>
              <a:t>Add agenda items</a:t>
            </a:r>
          </a:p>
          <a:p>
            <a:pPr lvl="1"/>
            <a:r>
              <a:rPr lang="en-CA" dirty="0"/>
              <a:t> Add more details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41036E5E-7CAB-4B23-8428-72E8CB299C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65049" y="297815"/>
            <a:ext cx="3163373" cy="15538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CA" sz="4400" kern="1200" spc="600" dirty="0">
                <a:solidFill>
                  <a:schemeClr val="accent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CA" dirty="0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3198033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FD9F98D-A2C8-4050-9A52-9A31EB125C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8775" y="3013868"/>
            <a:ext cx="5075238" cy="8302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CA" sz="4800" b="1" kern="1200" dirty="0">
                <a:solidFill>
                  <a:schemeClr val="accent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4800" b="1" dirty="0">
                <a:solidFill>
                  <a:schemeClr val="accent1"/>
                </a:solidFill>
                <a:latin typeface="+mj-lt"/>
                <a:cs typeface="Arial" pitchFamily="34" charset="0"/>
              </a:rPr>
              <a:t>Section</a:t>
            </a:r>
            <a:r>
              <a:rPr lang="en-US" altLang="ko-KR" sz="4800" dirty="0">
                <a:solidFill>
                  <a:schemeClr val="bg1"/>
                </a:solidFill>
                <a:latin typeface="+mj-lt"/>
                <a:cs typeface="Arial" pitchFamily="34" charset="0"/>
              </a:rPr>
              <a:t> </a:t>
            </a:r>
            <a:r>
              <a:rPr lang="en-US" altLang="ko-KR" sz="48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Break</a:t>
            </a:r>
            <a:endParaRPr lang="ko-KR" altLang="en-US" sz="48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070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7A44D-FCDB-4322-A665-AC84B9C95D24}"/>
              </a:ext>
            </a:extLst>
          </p:cNvPr>
          <p:cNvSpPr/>
          <p:nvPr/>
        </p:nvSpPr>
        <p:spPr>
          <a:xfrm>
            <a:off x="0" y="4828755"/>
            <a:ext cx="3894993" cy="11665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237346-D114-422C-BA4E-69639EB76D00}"/>
              </a:ext>
            </a:extLst>
          </p:cNvPr>
          <p:cNvSpPr/>
          <p:nvPr/>
        </p:nvSpPr>
        <p:spPr>
          <a:xfrm>
            <a:off x="8296859" y="4828755"/>
            <a:ext cx="3894993" cy="11665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D34E06E-5686-4587-ADDE-7394EFCCE0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5725" y="4822620"/>
            <a:ext cx="4400550" cy="116655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en-US" sz="5400" kern="1200" dirty="0" smtClean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/>
              <a:t>Insert 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74899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F1C31-536F-4C11-8CEF-CEBCCA12AF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C6319D-3ABC-4F2D-840C-AA3D89B881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A8B55-4197-4657-B3A4-CA41FE292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21FA4-0583-41E2-A96D-FA111730987A}" type="datetimeFigureOut">
              <a:rPr lang="en-CA" smtClean="0"/>
              <a:t>2025-11-19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DC085-87A4-4E58-944C-11E7BFAD2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AA87D-BB1A-432F-BE32-E0623B3D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4D6C8-78DC-40EA-8A03-7CCCA3BFB9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818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dge slide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1">
            <a:extLst>
              <a:ext uri="{FF2B5EF4-FFF2-40B4-BE49-F238E27FC236}">
                <a16:creationId xmlns:a16="http://schemas.microsoft.com/office/drawing/2014/main" id="{CABEE9A0-486F-4A21-96BC-5F517435DD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9401" y="214935"/>
            <a:ext cx="11573197" cy="693372"/>
          </a:xfrm>
          <a:prstGeom prst="rect">
            <a:avLst/>
          </a:prstGeom>
        </p:spPr>
        <p:txBody>
          <a:bodyPr/>
          <a:lstStyle>
            <a:lvl1pPr>
              <a:defRPr lang="en-CA" sz="4400" b="0" kern="1200" baseline="0" dirty="0">
                <a:solidFill>
                  <a:schemeClr val="accent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title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39DB84-3E3C-4434-8A26-8DB61AC881C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09241" y="1150375"/>
            <a:ext cx="11573197" cy="5353614"/>
          </a:xfrm>
          <a:prstGeom prst="rect">
            <a:avLst/>
          </a:prstGeom>
        </p:spPr>
        <p:txBody>
          <a:bodyPr/>
          <a:lstStyle>
            <a:lvl1pPr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  <a:lvl2pPr>
              <a:defRPr sz="20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2pPr>
            <a:lvl3pPr>
              <a:defRPr sz="18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3pPr>
            <a:lvl4pPr>
              <a:defRPr sz="16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4pPr>
            <a:lvl5pPr>
              <a:defRPr sz="16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pic>
        <p:nvPicPr>
          <p:cNvPr id="5122" name="Picture 2" descr="Microsoft Edge - Wikipedia">
            <a:extLst>
              <a:ext uri="{FF2B5EF4-FFF2-40B4-BE49-F238E27FC236}">
                <a16:creationId xmlns:a16="http://schemas.microsoft.com/office/drawing/2014/main" id="{E79ACFA0-CD60-4F0D-A1D3-EA7F14B55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7387" y="5235676"/>
            <a:ext cx="1150375" cy="115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6252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hrome slide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1">
            <a:extLst>
              <a:ext uri="{FF2B5EF4-FFF2-40B4-BE49-F238E27FC236}">
                <a16:creationId xmlns:a16="http://schemas.microsoft.com/office/drawing/2014/main" id="{CABEE9A0-486F-4A21-96BC-5F517435DD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9401" y="214935"/>
            <a:ext cx="11573197" cy="693372"/>
          </a:xfrm>
          <a:prstGeom prst="rect">
            <a:avLst/>
          </a:prstGeom>
        </p:spPr>
        <p:txBody>
          <a:bodyPr/>
          <a:lstStyle>
            <a:lvl1pPr>
              <a:defRPr lang="en-CA" sz="4400" b="0" kern="1200" baseline="0" dirty="0">
                <a:solidFill>
                  <a:schemeClr val="accent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title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39DB84-3E3C-4434-8A26-8DB61AC881C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09241" y="1150375"/>
            <a:ext cx="11573197" cy="5353614"/>
          </a:xfrm>
          <a:prstGeom prst="rect">
            <a:avLst/>
          </a:prstGeom>
        </p:spPr>
        <p:txBody>
          <a:bodyPr/>
          <a:lstStyle>
            <a:lvl1pPr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  <a:lvl2pPr>
              <a:defRPr sz="20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2pPr>
            <a:lvl3pPr>
              <a:defRPr sz="18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3pPr>
            <a:lvl4pPr>
              <a:defRPr sz="16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4pPr>
            <a:lvl5pPr>
              <a:defRPr sz="16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5B9FD83-97E5-4AD8-9D23-F108519AC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4434" y="5155985"/>
            <a:ext cx="1348004" cy="134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9864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FF slide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1">
            <a:extLst>
              <a:ext uri="{FF2B5EF4-FFF2-40B4-BE49-F238E27FC236}">
                <a16:creationId xmlns:a16="http://schemas.microsoft.com/office/drawing/2014/main" id="{CABEE9A0-486F-4A21-96BC-5F517435DD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9401" y="214935"/>
            <a:ext cx="11573197" cy="693372"/>
          </a:xfrm>
          <a:prstGeom prst="rect">
            <a:avLst/>
          </a:prstGeom>
        </p:spPr>
        <p:txBody>
          <a:bodyPr/>
          <a:lstStyle>
            <a:lvl1pPr>
              <a:defRPr lang="en-CA" sz="4400" b="0" kern="1200" baseline="0" dirty="0">
                <a:solidFill>
                  <a:schemeClr val="accent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title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39DB84-3E3C-4434-8A26-8DB61AC881C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09241" y="1150375"/>
            <a:ext cx="11573197" cy="5353614"/>
          </a:xfrm>
          <a:prstGeom prst="rect">
            <a:avLst/>
          </a:prstGeom>
        </p:spPr>
        <p:txBody>
          <a:bodyPr/>
          <a:lstStyle>
            <a:lvl1pPr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  <a:lvl2pPr>
              <a:defRPr sz="20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2pPr>
            <a:lvl3pPr>
              <a:defRPr sz="18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3pPr>
            <a:lvl4pPr>
              <a:defRPr sz="16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4pPr>
            <a:lvl5pPr>
              <a:defRPr sz="16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pic>
        <p:nvPicPr>
          <p:cNvPr id="6" name="Picture 8" descr="Internet for people, not profit — Mozilla">
            <a:extLst>
              <a:ext uri="{FF2B5EF4-FFF2-40B4-BE49-F238E27FC236}">
                <a16:creationId xmlns:a16="http://schemas.microsoft.com/office/drawing/2014/main" id="{39655102-6EAC-45FD-B399-F16792A5E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4434" y="5033623"/>
            <a:ext cx="1348004" cy="134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568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Dolphin slide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1">
            <a:extLst>
              <a:ext uri="{FF2B5EF4-FFF2-40B4-BE49-F238E27FC236}">
                <a16:creationId xmlns:a16="http://schemas.microsoft.com/office/drawing/2014/main" id="{CABEE9A0-486F-4A21-96BC-5F517435DD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9401" y="214935"/>
            <a:ext cx="11573197" cy="693372"/>
          </a:xfrm>
          <a:prstGeom prst="rect">
            <a:avLst/>
          </a:prstGeom>
        </p:spPr>
        <p:txBody>
          <a:bodyPr/>
          <a:lstStyle>
            <a:lvl1pPr>
              <a:defRPr lang="en-CA" sz="4400" b="0" kern="1200" baseline="0" dirty="0">
                <a:solidFill>
                  <a:schemeClr val="accent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title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39DB84-3E3C-4434-8A26-8DB61AC881C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09241" y="1150375"/>
            <a:ext cx="11573197" cy="5353614"/>
          </a:xfrm>
          <a:prstGeom prst="rect">
            <a:avLst/>
          </a:prstGeom>
        </p:spPr>
        <p:txBody>
          <a:bodyPr/>
          <a:lstStyle>
            <a:lvl1pPr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  <a:lvl2pPr>
              <a:defRPr sz="20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2pPr>
            <a:lvl3pPr>
              <a:defRPr sz="18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3pPr>
            <a:lvl4pPr>
              <a:defRPr sz="16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4pPr>
            <a:lvl5pPr>
              <a:defRPr sz="16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pic>
        <p:nvPicPr>
          <p:cNvPr id="6" name="Picture 12" descr="Dolphin Browser | Smart Phone, Clever Browsing">
            <a:extLst>
              <a:ext uri="{FF2B5EF4-FFF2-40B4-BE49-F238E27FC236}">
                <a16:creationId xmlns:a16="http://schemas.microsoft.com/office/drawing/2014/main" id="{1233B19D-7CA5-43B9-86C7-336010F4FE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44" t="19858" r="22793" b="20851"/>
          <a:stretch/>
        </p:blipFill>
        <p:spPr bwMode="auto">
          <a:xfrm>
            <a:off x="10548484" y="5254789"/>
            <a:ext cx="1333954" cy="124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2035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Browser Dark slide layout">
    <p:bg>
      <p:bgPr>
        <a:solidFill>
          <a:srgbClr val="0C0C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Finally, the dark theme feels like a real dark theme in 61.0 : firefox">
            <a:extLst>
              <a:ext uri="{FF2B5EF4-FFF2-40B4-BE49-F238E27FC236}">
                <a16:creationId xmlns:a16="http://schemas.microsoft.com/office/drawing/2014/main" id="{81C0403B-5FF9-4158-86DB-9507B6DB1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3" y="693372"/>
            <a:ext cx="12182797" cy="616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1">
            <a:extLst>
              <a:ext uri="{FF2B5EF4-FFF2-40B4-BE49-F238E27FC236}">
                <a16:creationId xmlns:a16="http://schemas.microsoft.com/office/drawing/2014/main" id="{61F3F566-1631-4434-A4EF-DBC71E7841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9401" y="0"/>
            <a:ext cx="11573197" cy="693372"/>
          </a:xfrm>
          <a:prstGeom prst="rect">
            <a:avLst/>
          </a:prstGeom>
        </p:spPr>
        <p:txBody>
          <a:bodyPr/>
          <a:lstStyle>
            <a:lvl1pPr>
              <a:defRPr lang="en-CA" sz="4400" b="0" kern="1200" cap="none" spc="0" baseline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n-ea"/>
                <a:cs typeface="Arial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title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BD71EE-C38D-413F-91F2-546684B60D9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9401" y="1224520"/>
            <a:ext cx="11573197" cy="5441950"/>
          </a:xfrm>
          <a:prstGeom prst="rect">
            <a:avLst/>
          </a:prstGeom>
        </p:spPr>
        <p:txBody>
          <a:bodyPr/>
          <a:lstStyle>
            <a:lvl1pPr>
              <a:defRPr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  <a:lvl2pPr>
              <a:defRPr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2pPr>
            <a:lvl3pPr>
              <a:defRPr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3pPr>
            <a:lvl4pPr>
              <a:defRPr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4pPr>
            <a:lvl5pPr>
              <a:defRPr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77705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Browser light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Prevent white screen before loading page in chromium? - Super User">
            <a:extLst>
              <a:ext uri="{FF2B5EF4-FFF2-40B4-BE49-F238E27FC236}">
                <a16:creationId xmlns:a16="http://schemas.microsoft.com/office/drawing/2014/main" id="{12B07291-FB9D-484C-8168-FEFC8684E3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2" y="766918"/>
            <a:ext cx="12182797" cy="609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1">
            <a:extLst>
              <a:ext uri="{FF2B5EF4-FFF2-40B4-BE49-F238E27FC236}">
                <a16:creationId xmlns:a16="http://schemas.microsoft.com/office/drawing/2014/main" id="{61F3F566-1631-4434-A4EF-DBC71E7841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9401" y="0"/>
            <a:ext cx="11573197" cy="693372"/>
          </a:xfrm>
          <a:prstGeom prst="rect">
            <a:avLst/>
          </a:prstGeom>
        </p:spPr>
        <p:txBody>
          <a:bodyPr/>
          <a:lstStyle>
            <a:lvl1pPr>
              <a:defRPr lang="en-CA" sz="4400" b="0" kern="120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title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BD71EE-C38D-413F-91F2-546684B60D9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9401" y="1224520"/>
            <a:ext cx="11573197" cy="54419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51343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4BAF68A-9D51-4222-8013-E9B5F82098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0903"/>
            <a:ext cx="11600704" cy="1140891"/>
          </a:xfrm>
          <a:prstGeom prst="rect">
            <a:avLst/>
          </a:prstGeom>
        </p:spPr>
      </p:pic>
      <p:pic>
        <p:nvPicPr>
          <p:cNvPr id="3" name="Picture 3" descr="E:\002-KIMS BUSINESS\007-02-MaxPPT-Contents\150902-com-Global-Laptop\mo900.png">
            <a:extLst>
              <a:ext uri="{FF2B5EF4-FFF2-40B4-BE49-F238E27FC236}">
                <a16:creationId xmlns:a16="http://schemas.microsoft.com/office/drawing/2014/main" id="{1C4F8B41-3F98-4240-8891-4ADABC669A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253"/>
          <a:stretch/>
        </p:blipFill>
        <p:spPr bwMode="auto">
          <a:xfrm flipH="1">
            <a:off x="8509450" y="2348880"/>
            <a:ext cx="3683812" cy="450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8CB46E1-8EB0-4782-9CDE-623B6BC6877B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8898129" y="2735416"/>
            <a:ext cx="1672517" cy="2613110"/>
          </a:xfrm>
          <a:custGeom>
            <a:avLst/>
            <a:gdLst>
              <a:gd name="connsiteX0" fmla="*/ 0 w 1296000"/>
              <a:gd name="connsiteY0" fmla="*/ 0 h 2700000"/>
              <a:gd name="connsiteX1" fmla="*/ 1296000 w 1296000"/>
              <a:gd name="connsiteY1" fmla="*/ 0 h 2700000"/>
              <a:gd name="connsiteX2" fmla="*/ 1296000 w 1296000"/>
              <a:gd name="connsiteY2" fmla="*/ 2700000 h 2700000"/>
              <a:gd name="connsiteX3" fmla="*/ 0 w 1296000"/>
              <a:gd name="connsiteY3" fmla="*/ 2700000 h 2700000"/>
              <a:gd name="connsiteX4" fmla="*/ 0 w 1296000"/>
              <a:gd name="connsiteY4" fmla="*/ 0 h 2700000"/>
              <a:gd name="connsiteX0" fmla="*/ 0 w 1436677"/>
              <a:gd name="connsiteY0" fmla="*/ 0 h 2745513"/>
              <a:gd name="connsiteX1" fmla="*/ 1436677 w 1436677"/>
              <a:gd name="connsiteY1" fmla="*/ 45513 h 2745513"/>
              <a:gd name="connsiteX2" fmla="*/ 1436677 w 1436677"/>
              <a:gd name="connsiteY2" fmla="*/ 2745513 h 2745513"/>
              <a:gd name="connsiteX3" fmla="*/ 140677 w 1436677"/>
              <a:gd name="connsiteY3" fmla="*/ 2745513 h 2745513"/>
              <a:gd name="connsiteX4" fmla="*/ 0 w 1436677"/>
              <a:gd name="connsiteY4" fmla="*/ 0 h 2745513"/>
              <a:gd name="connsiteX0" fmla="*/ 0 w 1453227"/>
              <a:gd name="connsiteY0" fmla="*/ 0 h 2745513"/>
              <a:gd name="connsiteX1" fmla="*/ 1453227 w 1453227"/>
              <a:gd name="connsiteY1" fmla="*/ 45513 h 2745513"/>
              <a:gd name="connsiteX2" fmla="*/ 1453227 w 1453227"/>
              <a:gd name="connsiteY2" fmla="*/ 2745513 h 2745513"/>
              <a:gd name="connsiteX3" fmla="*/ 157227 w 1453227"/>
              <a:gd name="connsiteY3" fmla="*/ 2745513 h 2745513"/>
              <a:gd name="connsiteX4" fmla="*/ 0 w 1453227"/>
              <a:gd name="connsiteY4" fmla="*/ 0 h 2745513"/>
              <a:gd name="connsiteX0" fmla="*/ 0 w 1523565"/>
              <a:gd name="connsiteY0" fmla="*/ 0 h 2745513"/>
              <a:gd name="connsiteX1" fmla="*/ 1523565 w 1523565"/>
              <a:gd name="connsiteY1" fmla="*/ 16550 h 2745513"/>
              <a:gd name="connsiteX2" fmla="*/ 1453227 w 1523565"/>
              <a:gd name="connsiteY2" fmla="*/ 2745513 h 2745513"/>
              <a:gd name="connsiteX3" fmla="*/ 157227 w 1523565"/>
              <a:gd name="connsiteY3" fmla="*/ 2745513 h 2745513"/>
              <a:gd name="connsiteX4" fmla="*/ 0 w 1523565"/>
              <a:gd name="connsiteY4" fmla="*/ 0 h 2745513"/>
              <a:gd name="connsiteX0" fmla="*/ 0 w 1672517"/>
              <a:gd name="connsiteY0" fmla="*/ 0 h 2745513"/>
              <a:gd name="connsiteX1" fmla="*/ 1523565 w 1672517"/>
              <a:gd name="connsiteY1" fmla="*/ 16550 h 2745513"/>
              <a:gd name="connsiteX2" fmla="*/ 1672517 w 1672517"/>
              <a:gd name="connsiteY2" fmla="*/ 2580011 h 2745513"/>
              <a:gd name="connsiteX3" fmla="*/ 157227 w 1672517"/>
              <a:gd name="connsiteY3" fmla="*/ 2745513 h 2745513"/>
              <a:gd name="connsiteX4" fmla="*/ 0 w 1672517"/>
              <a:gd name="connsiteY4" fmla="*/ 0 h 2745513"/>
              <a:gd name="connsiteX0" fmla="*/ 0 w 1672517"/>
              <a:gd name="connsiteY0" fmla="*/ 0 h 2580011"/>
              <a:gd name="connsiteX1" fmla="*/ 1523565 w 1672517"/>
              <a:gd name="connsiteY1" fmla="*/ 16550 h 2580011"/>
              <a:gd name="connsiteX2" fmla="*/ 1672517 w 1672517"/>
              <a:gd name="connsiteY2" fmla="*/ 2580011 h 2580011"/>
              <a:gd name="connsiteX3" fmla="*/ 165502 w 1672517"/>
              <a:gd name="connsiteY3" fmla="*/ 2563460 h 2580011"/>
              <a:gd name="connsiteX4" fmla="*/ 0 w 1672517"/>
              <a:gd name="connsiteY4" fmla="*/ 0 h 2580011"/>
              <a:gd name="connsiteX0" fmla="*/ 0 w 1672517"/>
              <a:gd name="connsiteY0" fmla="*/ 0 h 2604835"/>
              <a:gd name="connsiteX1" fmla="*/ 1523565 w 1672517"/>
              <a:gd name="connsiteY1" fmla="*/ 16550 h 2604835"/>
              <a:gd name="connsiteX2" fmla="*/ 1672517 w 1672517"/>
              <a:gd name="connsiteY2" fmla="*/ 2580011 h 2604835"/>
              <a:gd name="connsiteX3" fmla="*/ 161364 w 1672517"/>
              <a:gd name="connsiteY3" fmla="*/ 2604835 h 2604835"/>
              <a:gd name="connsiteX4" fmla="*/ 0 w 1672517"/>
              <a:gd name="connsiteY4" fmla="*/ 0 h 2604835"/>
              <a:gd name="connsiteX0" fmla="*/ 0 w 1672517"/>
              <a:gd name="connsiteY0" fmla="*/ 0 h 2613110"/>
              <a:gd name="connsiteX1" fmla="*/ 1523565 w 1672517"/>
              <a:gd name="connsiteY1" fmla="*/ 16550 h 2613110"/>
              <a:gd name="connsiteX2" fmla="*/ 1672517 w 1672517"/>
              <a:gd name="connsiteY2" fmla="*/ 2580011 h 2613110"/>
              <a:gd name="connsiteX3" fmla="*/ 161364 w 1672517"/>
              <a:gd name="connsiteY3" fmla="*/ 2613110 h 2613110"/>
              <a:gd name="connsiteX4" fmla="*/ 0 w 1672517"/>
              <a:gd name="connsiteY4" fmla="*/ 0 h 2613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72517" h="2613110">
                <a:moveTo>
                  <a:pt x="0" y="0"/>
                </a:moveTo>
                <a:lnTo>
                  <a:pt x="1523565" y="16550"/>
                </a:lnTo>
                <a:lnTo>
                  <a:pt x="1672517" y="2580011"/>
                </a:lnTo>
                <a:lnTo>
                  <a:pt x="161364" y="261311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latin typeface="Arial" pitchFamily="34" charset="0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Title 21">
            <a:extLst>
              <a:ext uri="{FF2B5EF4-FFF2-40B4-BE49-F238E27FC236}">
                <a16:creationId xmlns:a16="http://schemas.microsoft.com/office/drawing/2014/main" id="{058788F0-493B-4CE3-8C9B-4C5FE9C647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9401" y="235925"/>
            <a:ext cx="11573197" cy="728144"/>
          </a:xfrm>
          <a:prstGeom prst="rect">
            <a:avLst/>
          </a:prstGeom>
        </p:spPr>
        <p:txBody>
          <a:bodyPr/>
          <a:lstStyle>
            <a:lvl1pPr>
              <a:defRPr lang="en-CA" sz="4400" b="0" kern="120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title</a:t>
            </a:r>
            <a:endParaRPr lang="en-CA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DD2C09-5C97-440C-9C97-ACDC9686A8E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9401" y="1268413"/>
            <a:ext cx="9675257" cy="473249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83529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FDC12-364B-4062-88F4-3613B0AC70B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60320" y="868680"/>
            <a:ext cx="9395143" cy="552100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66DF320-525E-47B6-AE4C-4078BBE5E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16534"/>
            <a:ext cx="11117263" cy="503555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577965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DFE89-9E47-41C2-9ACD-64EA1687313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65175" y="1154431"/>
            <a:ext cx="10515600" cy="4709794"/>
          </a:xfrm>
          <a:prstGeom prst="rect">
            <a:avLst/>
          </a:prstGeom>
          <a:noFill/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74D3AE-17FE-471C-8CCC-608DE4C040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5175" y="444499"/>
            <a:ext cx="10515600" cy="709931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0301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2 column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DFE89-9E47-41C2-9ACD-64EA1687313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3458" y="1000792"/>
            <a:ext cx="3082413" cy="5149285"/>
          </a:xfrm>
          <a:prstGeom prst="rect">
            <a:avLst/>
          </a:prstGeom>
          <a:noFill/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CA" dirty="0"/>
              <a:t>Click to Add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74D3AE-17FE-471C-8CCC-608DE4C040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4915" y="444499"/>
            <a:ext cx="4183627" cy="2328198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CA" dirty="0"/>
          </a:p>
        </p:txBody>
      </p:sp>
      <p:sp>
        <p:nvSpPr>
          <p:cNvPr id="5" name="Rounded Rectangle 25">
            <a:extLst>
              <a:ext uri="{FF2B5EF4-FFF2-40B4-BE49-F238E27FC236}">
                <a16:creationId xmlns:a16="http://schemas.microsoft.com/office/drawing/2014/main" id="{8704369E-56ED-45DD-804C-6AF3DA51FD2A}"/>
              </a:ext>
            </a:extLst>
          </p:cNvPr>
          <p:cNvSpPr/>
          <p:nvPr/>
        </p:nvSpPr>
        <p:spPr>
          <a:xfrm>
            <a:off x="212737" y="444499"/>
            <a:ext cx="3411786" cy="5853365"/>
          </a:xfrm>
          <a:prstGeom prst="roundRect">
            <a:avLst>
              <a:gd name="adj" fmla="val 5126"/>
            </a:avLst>
          </a:prstGeom>
          <a:noFill/>
          <a:ln w="444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bg1"/>
              </a:solidFill>
            </a:endParaRPr>
          </a:p>
        </p:txBody>
      </p:sp>
      <p:sp>
        <p:nvSpPr>
          <p:cNvPr id="6" name="Rounded Rectangle 25">
            <a:extLst>
              <a:ext uri="{FF2B5EF4-FFF2-40B4-BE49-F238E27FC236}">
                <a16:creationId xmlns:a16="http://schemas.microsoft.com/office/drawing/2014/main" id="{4C0B5494-DF2B-4F38-9161-BCBC89015D78}"/>
              </a:ext>
            </a:extLst>
          </p:cNvPr>
          <p:cNvSpPr/>
          <p:nvPr/>
        </p:nvSpPr>
        <p:spPr>
          <a:xfrm>
            <a:off x="4074976" y="444499"/>
            <a:ext cx="3411786" cy="5853365"/>
          </a:xfrm>
          <a:prstGeom prst="roundRect">
            <a:avLst>
              <a:gd name="adj" fmla="val 5126"/>
            </a:avLst>
          </a:prstGeom>
          <a:noFill/>
          <a:ln w="444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bg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CA379E2-FB25-4A39-9066-D568C44B4BC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239662" y="1008166"/>
            <a:ext cx="3082413" cy="5149285"/>
          </a:xfrm>
          <a:prstGeom prst="rect">
            <a:avLst/>
          </a:prstGeom>
          <a:noFill/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CA" dirty="0"/>
              <a:t>Click to Add 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ACDA25E-A5B8-4681-A3B9-935E54F35A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4175" y="560388"/>
            <a:ext cx="3081338" cy="3245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CA" sz="1600" b="1" kern="1200" dirty="0">
                <a:solidFill>
                  <a:schemeClr val="accent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CA" dirty="0"/>
              <a:t>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2A195046-41F6-4B6B-9678-B098F75967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40737" y="560388"/>
            <a:ext cx="3081338" cy="3245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CA" sz="1600" b="1" kern="1200" dirty="0">
                <a:solidFill>
                  <a:schemeClr val="accent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CA" dirty="0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37170842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00B96A1-05BE-4D17-878A-436D4C96C9D4}"/>
              </a:ext>
            </a:extLst>
          </p:cNvPr>
          <p:cNvGrpSpPr/>
          <p:nvPr/>
        </p:nvGrpSpPr>
        <p:grpSpPr>
          <a:xfrm flipH="1">
            <a:off x="10206990" y="2766060"/>
            <a:ext cx="1769027" cy="3937953"/>
            <a:chOff x="896897" y="372794"/>
            <a:chExt cx="2425766" cy="6145697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69B4ABBB-FB1D-45A3-9626-5D0784B4078A}"/>
                </a:ext>
              </a:extLst>
            </p:cNvPr>
            <p:cNvSpPr/>
            <p:nvPr/>
          </p:nvSpPr>
          <p:spPr>
            <a:xfrm>
              <a:off x="1884251" y="5904482"/>
              <a:ext cx="908701" cy="422652"/>
            </a:xfrm>
            <a:custGeom>
              <a:avLst/>
              <a:gdLst>
                <a:gd name="connsiteX0" fmla="*/ 46881 w 1005941"/>
                <a:gd name="connsiteY0" fmla="*/ 266526 h 467879"/>
                <a:gd name="connsiteX1" fmla="*/ 46881 w 1005941"/>
                <a:gd name="connsiteY1" fmla="*/ 175289 h 467879"/>
                <a:gd name="connsiteX2" fmla="*/ 67935 w 1005941"/>
                <a:gd name="connsiteY2" fmla="*/ 107447 h 467879"/>
                <a:gd name="connsiteX3" fmla="*/ 355681 w 1005941"/>
                <a:gd name="connsiteY3" fmla="*/ 105107 h 467879"/>
                <a:gd name="connsiteX4" fmla="*/ 472651 w 1005941"/>
                <a:gd name="connsiteY4" fmla="*/ 44283 h 467879"/>
                <a:gd name="connsiteX5" fmla="*/ 507742 w 1005941"/>
                <a:gd name="connsiteY5" fmla="*/ 72356 h 467879"/>
                <a:gd name="connsiteX6" fmla="*/ 739343 w 1005941"/>
                <a:gd name="connsiteY6" fmla="*/ 247811 h 467879"/>
                <a:gd name="connsiteX7" fmla="*/ 790810 w 1005941"/>
                <a:gd name="connsiteY7" fmla="*/ 259508 h 467879"/>
                <a:gd name="connsiteX8" fmla="*/ 917137 w 1005941"/>
                <a:gd name="connsiteY8" fmla="*/ 273545 h 467879"/>
                <a:gd name="connsiteX9" fmla="*/ 973283 w 1005941"/>
                <a:gd name="connsiteY9" fmla="*/ 329690 h 467879"/>
                <a:gd name="connsiteX10" fmla="*/ 926495 w 1005941"/>
                <a:gd name="connsiteY10" fmla="*/ 392854 h 467879"/>
                <a:gd name="connsiteX11" fmla="*/ 470312 w 1005941"/>
                <a:gd name="connsiteY11" fmla="*/ 392854 h 467879"/>
                <a:gd name="connsiteX12" fmla="*/ 320590 w 1005941"/>
                <a:gd name="connsiteY12" fmla="*/ 376478 h 467879"/>
                <a:gd name="connsiteX13" fmla="*/ 96008 w 1005941"/>
                <a:gd name="connsiteY13" fmla="*/ 362441 h 467879"/>
                <a:gd name="connsiteX14" fmla="*/ 46881 w 1005941"/>
                <a:gd name="connsiteY14" fmla="*/ 296938 h 467879"/>
                <a:gd name="connsiteX15" fmla="*/ 46881 w 1005941"/>
                <a:gd name="connsiteY15" fmla="*/ 266526 h 46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05941" h="467879">
                  <a:moveTo>
                    <a:pt x="46881" y="266526"/>
                  </a:moveTo>
                  <a:cubicBezTo>
                    <a:pt x="44541" y="236114"/>
                    <a:pt x="44541" y="208041"/>
                    <a:pt x="46881" y="175289"/>
                  </a:cubicBezTo>
                  <a:cubicBezTo>
                    <a:pt x="53899" y="151895"/>
                    <a:pt x="60917" y="130841"/>
                    <a:pt x="67935" y="107447"/>
                  </a:cubicBezTo>
                  <a:cubicBezTo>
                    <a:pt x="163851" y="107447"/>
                    <a:pt x="259766" y="112126"/>
                    <a:pt x="355681" y="105107"/>
                  </a:cubicBezTo>
                  <a:cubicBezTo>
                    <a:pt x="402469" y="100429"/>
                    <a:pt x="442239" y="79374"/>
                    <a:pt x="472651" y="44283"/>
                  </a:cubicBezTo>
                  <a:cubicBezTo>
                    <a:pt x="498385" y="37265"/>
                    <a:pt x="498385" y="60659"/>
                    <a:pt x="507742" y="72356"/>
                  </a:cubicBezTo>
                  <a:cubicBezTo>
                    <a:pt x="568567" y="154235"/>
                    <a:pt x="624712" y="215060"/>
                    <a:pt x="739343" y="247811"/>
                  </a:cubicBezTo>
                  <a:cubicBezTo>
                    <a:pt x="751040" y="252490"/>
                    <a:pt x="776773" y="259508"/>
                    <a:pt x="790810" y="259508"/>
                  </a:cubicBezTo>
                  <a:cubicBezTo>
                    <a:pt x="835258" y="266526"/>
                    <a:pt x="868010" y="271205"/>
                    <a:pt x="917137" y="273545"/>
                  </a:cubicBezTo>
                  <a:cubicBezTo>
                    <a:pt x="959246" y="280562"/>
                    <a:pt x="970943" y="296938"/>
                    <a:pt x="973283" y="329690"/>
                  </a:cubicBezTo>
                  <a:cubicBezTo>
                    <a:pt x="977962" y="364781"/>
                    <a:pt x="956907" y="383496"/>
                    <a:pt x="926495" y="392854"/>
                  </a:cubicBezTo>
                  <a:cubicBezTo>
                    <a:pt x="776773" y="448999"/>
                    <a:pt x="617694" y="460696"/>
                    <a:pt x="470312" y="392854"/>
                  </a:cubicBezTo>
                  <a:cubicBezTo>
                    <a:pt x="421185" y="369460"/>
                    <a:pt x="376736" y="367120"/>
                    <a:pt x="320590" y="376478"/>
                  </a:cubicBezTo>
                  <a:cubicBezTo>
                    <a:pt x="219996" y="395193"/>
                    <a:pt x="173208" y="378817"/>
                    <a:pt x="96008" y="362441"/>
                  </a:cubicBezTo>
                  <a:cubicBezTo>
                    <a:pt x="58578" y="355423"/>
                    <a:pt x="32844" y="336708"/>
                    <a:pt x="46881" y="296938"/>
                  </a:cubicBezTo>
                  <a:cubicBezTo>
                    <a:pt x="51559" y="287581"/>
                    <a:pt x="46881" y="287581"/>
                    <a:pt x="46881" y="26652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C806AA2-DD5C-4AAE-9FAF-75AE043B1BBF}"/>
                </a:ext>
              </a:extLst>
            </p:cNvPr>
            <p:cNvSpPr/>
            <p:nvPr/>
          </p:nvSpPr>
          <p:spPr>
            <a:xfrm>
              <a:off x="1403251" y="5981252"/>
              <a:ext cx="401519" cy="528315"/>
            </a:xfrm>
            <a:custGeom>
              <a:avLst/>
              <a:gdLst>
                <a:gd name="connsiteX0" fmla="*/ 102117 w 444485"/>
                <a:gd name="connsiteY0" fmla="*/ 247044 h 584849"/>
                <a:gd name="connsiteX1" fmla="*/ 111474 w 444485"/>
                <a:gd name="connsiteY1" fmla="*/ 76268 h 584849"/>
                <a:gd name="connsiteX2" fmla="*/ 319681 w 444485"/>
                <a:gd name="connsiteY2" fmla="*/ 43516 h 584849"/>
                <a:gd name="connsiteX3" fmla="*/ 382844 w 444485"/>
                <a:gd name="connsiteY3" fmla="*/ 55213 h 584849"/>
                <a:gd name="connsiteX4" fmla="*/ 392202 w 444485"/>
                <a:gd name="connsiteY4" fmla="*/ 300850 h 584849"/>
                <a:gd name="connsiteX5" fmla="*/ 417935 w 444485"/>
                <a:gd name="connsiteY5" fmla="*/ 424839 h 584849"/>
                <a:gd name="connsiteX6" fmla="*/ 340735 w 444485"/>
                <a:gd name="connsiteY6" fmla="*/ 537130 h 584849"/>
                <a:gd name="connsiteX7" fmla="*/ 102117 w 444485"/>
                <a:gd name="connsiteY7" fmla="*/ 532450 h 584849"/>
                <a:gd name="connsiteX8" fmla="*/ 55329 w 444485"/>
                <a:gd name="connsiteY8" fmla="*/ 389748 h 584849"/>
                <a:gd name="connsiteX9" fmla="*/ 102117 w 444485"/>
                <a:gd name="connsiteY9" fmla="*/ 247044 h 58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44485" h="584849">
                  <a:moveTo>
                    <a:pt x="102117" y="247044"/>
                  </a:moveTo>
                  <a:cubicBezTo>
                    <a:pt x="113814" y="190899"/>
                    <a:pt x="120832" y="151129"/>
                    <a:pt x="111474" y="76268"/>
                  </a:cubicBezTo>
                  <a:cubicBezTo>
                    <a:pt x="181656" y="66910"/>
                    <a:pt x="247159" y="38838"/>
                    <a:pt x="319681" y="43516"/>
                  </a:cubicBezTo>
                  <a:cubicBezTo>
                    <a:pt x="340735" y="45856"/>
                    <a:pt x="364129" y="45856"/>
                    <a:pt x="382844" y="55213"/>
                  </a:cubicBezTo>
                  <a:cubicBezTo>
                    <a:pt x="394541" y="141771"/>
                    <a:pt x="373487" y="218971"/>
                    <a:pt x="392202" y="300850"/>
                  </a:cubicBezTo>
                  <a:cubicBezTo>
                    <a:pt x="403899" y="342960"/>
                    <a:pt x="413257" y="382729"/>
                    <a:pt x="417935" y="424839"/>
                  </a:cubicBezTo>
                  <a:cubicBezTo>
                    <a:pt x="427293" y="502039"/>
                    <a:pt x="413257" y="523093"/>
                    <a:pt x="340735" y="537130"/>
                  </a:cubicBezTo>
                  <a:cubicBezTo>
                    <a:pt x="258856" y="551166"/>
                    <a:pt x="183996" y="548827"/>
                    <a:pt x="102117" y="532450"/>
                  </a:cubicBezTo>
                  <a:cubicBezTo>
                    <a:pt x="43632" y="520753"/>
                    <a:pt x="29595" y="459930"/>
                    <a:pt x="55329" y="389748"/>
                  </a:cubicBezTo>
                  <a:cubicBezTo>
                    <a:pt x="71704" y="340620"/>
                    <a:pt x="88080" y="300850"/>
                    <a:pt x="102117" y="24704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BCF5AE6-EF72-4008-9B3D-1B79CF56CBB1}"/>
                </a:ext>
              </a:extLst>
            </p:cNvPr>
            <p:cNvSpPr/>
            <p:nvPr/>
          </p:nvSpPr>
          <p:spPr>
            <a:xfrm>
              <a:off x="896897" y="1140047"/>
              <a:ext cx="1606075" cy="1415883"/>
            </a:xfrm>
            <a:custGeom>
              <a:avLst/>
              <a:gdLst>
                <a:gd name="connsiteX0" fmla="*/ 1731761 w 1777943"/>
                <a:gd name="connsiteY0" fmla="*/ 1163792 h 1567397"/>
                <a:gd name="connsiteX1" fmla="*/ 1729422 w 1777943"/>
                <a:gd name="connsiteY1" fmla="*/ 1009392 h 1567397"/>
                <a:gd name="connsiteX2" fmla="*/ 1717725 w 1777943"/>
                <a:gd name="connsiteY2" fmla="*/ 971961 h 1567397"/>
                <a:gd name="connsiteX3" fmla="*/ 1663918 w 1777943"/>
                <a:gd name="connsiteY3" fmla="*/ 567245 h 1567397"/>
                <a:gd name="connsiteX4" fmla="*/ 1633506 w 1777943"/>
                <a:gd name="connsiteY4" fmla="*/ 461972 h 1567397"/>
                <a:gd name="connsiteX5" fmla="*/ 1523554 w 1777943"/>
                <a:gd name="connsiteY5" fmla="*/ 314590 h 1567397"/>
                <a:gd name="connsiteX6" fmla="*/ 1296633 w 1777943"/>
                <a:gd name="connsiteY6" fmla="*/ 192941 h 1567397"/>
                <a:gd name="connsiteX7" fmla="*/ 1294293 w 1777943"/>
                <a:gd name="connsiteY7" fmla="*/ 249087 h 1567397"/>
                <a:gd name="connsiteX8" fmla="*/ 1298972 w 1777943"/>
                <a:gd name="connsiteY8" fmla="*/ 330966 h 1567397"/>
                <a:gd name="connsiteX9" fmla="*/ 1284936 w 1777943"/>
                <a:gd name="connsiteY9" fmla="*/ 354360 h 1567397"/>
                <a:gd name="connsiteX10" fmla="*/ 1270899 w 1777943"/>
                <a:gd name="connsiteY10" fmla="*/ 349681 h 1567397"/>
                <a:gd name="connsiteX11" fmla="*/ 1280257 w 1777943"/>
                <a:gd name="connsiteY11" fmla="*/ 328627 h 1567397"/>
                <a:gd name="connsiteX12" fmla="*/ 1277918 w 1777943"/>
                <a:gd name="connsiteY12" fmla="*/ 263123 h 1567397"/>
                <a:gd name="connsiteX13" fmla="*/ 1263881 w 1777943"/>
                <a:gd name="connsiteY13" fmla="*/ 148493 h 1567397"/>
                <a:gd name="connsiteX14" fmla="*/ 1247505 w 1777943"/>
                <a:gd name="connsiteY14" fmla="*/ 134456 h 1567397"/>
                <a:gd name="connsiteX15" fmla="*/ 1224111 w 1777943"/>
                <a:gd name="connsiteY15" fmla="*/ 132117 h 1567397"/>
                <a:gd name="connsiteX16" fmla="*/ 1196039 w 1777943"/>
                <a:gd name="connsiteY16" fmla="*/ 213996 h 1567397"/>
                <a:gd name="connsiteX17" fmla="*/ 1184342 w 1777943"/>
                <a:gd name="connsiteY17" fmla="*/ 253766 h 1567397"/>
                <a:gd name="connsiteX18" fmla="*/ 1172645 w 1777943"/>
                <a:gd name="connsiteY18" fmla="*/ 394130 h 1567397"/>
                <a:gd name="connsiteX19" fmla="*/ 1128196 w 1777943"/>
                <a:gd name="connsiteY19" fmla="*/ 635088 h 1567397"/>
                <a:gd name="connsiteX20" fmla="*/ 835771 w 1777943"/>
                <a:gd name="connsiteY20" fmla="*/ 307572 h 1567397"/>
                <a:gd name="connsiteX21" fmla="*/ 760910 w 1777943"/>
                <a:gd name="connsiteY21" fmla="*/ 221014 h 1567397"/>
                <a:gd name="connsiteX22" fmla="*/ 756232 w 1777943"/>
                <a:gd name="connsiteY22" fmla="*/ 68953 h 1567397"/>
                <a:gd name="connsiteX23" fmla="*/ 737516 w 1777943"/>
                <a:gd name="connsiteY23" fmla="*/ 43220 h 1567397"/>
                <a:gd name="connsiteX24" fmla="*/ 601831 w 1777943"/>
                <a:gd name="connsiteY24" fmla="*/ 192941 h 1567397"/>
                <a:gd name="connsiteX25" fmla="*/ 627565 w 1777943"/>
                <a:gd name="connsiteY25" fmla="*/ 359039 h 1567397"/>
                <a:gd name="connsiteX26" fmla="*/ 629904 w 1777943"/>
                <a:gd name="connsiteY26" fmla="*/ 361378 h 1567397"/>
                <a:gd name="connsiteX27" fmla="*/ 646280 w 1777943"/>
                <a:gd name="connsiteY27" fmla="*/ 267802 h 1567397"/>
                <a:gd name="connsiteX28" fmla="*/ 730498 w 1777943"/>
                <a:gd name="connsiteY28" fmla="*/ 230372 h 1567397"/>
                <a:gd name="connsiteX29" fmla="*/ 646280 w 1777943"/>
                <a:gd name="connsiteY29" fmla="*/ 370736 h 1567397"/>
                <a:gd name="connsiteX30" fmla="*/ 629904 w 1777943"/>
                <a:gd name="connsiteY30" fmla="*/ 394130 h 1567397"/>
                <a:gd name="connsiteX31" fmla="*/ 606510 w 1777943"/>
                <a:gd name="connsiteY31" fmla="*/ 373075 h 1567397"/>
                <a:gd name="connsiteX32" fmla="*/ 578437 w 1777943"/>
                <a:gd name="connsiteY32" fmla="*/ 204638 h 1567397"/>
                <a:gd name="connsiteX33" fmla="*/ 470825 w 1777943"/>
                <a:gd name="connsiteY33" fmla="*/ 242069 h 1567397"/>
                <a:gd name="connsiteX34" fmla="*/ 314085 w 1777943"/>
                <a:gd name="connsiteY34" fmla="*/ 326287 h 1567397"/>
                <a:gd name="connsiteX35" fmla="*/ 288352 w 1777943"/>
                <a:gd name="connsiteY35" fmla="*/ 340323 h 1567397"/>
                <a:gd name="connsiteX36" fmla="*/ 147988 w 1777943"/>
                <a:gd name="connsiteY36" fmla="*/ 585960 h 1567397"/>
                <a:gd name="connsiteX37" fmla="*/ 73127 w 1777943"/>
                <a:gd name="connsiteY37" fmla="*/ 810543 h 1567397"/>
                <a:gd name="connsiteX38" fmla="*/ 122254 w 1777943"/>
                <a:gd name="connsiteY38" fmla="*/ 918155 h 1567397"/>
                <a:gd name="connsiteX39" fmla="*/ 307067 w 1777943"/>
                <a:gd name="connsiteY39" fmla="*/ 1114665 h 1567397"/>
                <a:gd name="connsiteX40" fmla="*/ 311746 w 1777943"/>
                <a:gd name="connsiteY40" fmla="*/ 1124022 h 1567397"/>
                <a:gd name="connsiteX41" fmla="*/ 307067 w 1777943"/>
                <a:gd name="connsiteY41" fmla="*/ 1117004 h 1567397"/>
                <a:gd name="connsiteX42" fmla="*/ 318764 w 1777943"/>
                <a:gd name="connsiteY42" fmla="*/ 1147416 h 1567397"/>
                <a:gd name="connsiteX43" fmla="*/ 257940 w 1777943"/>
                <a:gd name="connsiteY43" fmla="*/ 1053840 h 1567397"/>
                <a:gd name="connsiteX44" fmla="*/ 157345 w 1777943"/>
                <a:gd name="connsiteY44" fmla="*/ 953246 h 1567397"/>
                <a:gd name="connsiteX45" fmla="*/ 119915 w 1777943"/>
                <a:gd name="connsiteY45" fmla="*/ 960264 h 1567397"/>
                <a:gd name="connsiteX46" fmla="*/ 56751 w 1777943"/>
                <a:gd name="connsiteY46" fmla="*/ 1283102 h 1567397"/>
                <a:gd name="connsiteX47" fmla="*/ 59091 w 1777943"/>
                <a:gd name="connsiteY47" fmla="*/ 1519381 h 1567397"/>
                <a:gd name="connsiteX48" fmla="*/ 110557 w 1777943"/>
                <a:gd name="connsiteY48" fmla="*/ 1517041 h 1567397"/>
                <a:gd name="connsiteX49" fmla="*/ 243903 w 1777943"/>
                <a:gd name="connsiteY49" fmla="*/ 1379017 h 1567397"/>
                <a:gd name="connsiteX50" fmla="*/ 501237 w 1777943"/>
                <a:gd name="connsiteY50" fmla="*/ 1290120 h 1567397"/>
                <a:gd name="connsiteX51" fmla="*/ 821735 w 1777943"/>
                <a:gd name="connsiteY51" fmla="*/ 1285441 h 1567397"/>
                <a:gd name="connsiteX52" fmla="*/ 1731761 w 1777943"/>
                <a:gd name="connsiteY52" fmla="*/ 1163792 h 1567397"/>
                <a:gd name="connsiteX53" fmla="*/ 59091 w 1777943"/>
                <a:gd name="connsiteY53" fmla="*/ 1404750 h 1567397"/>
                <a:gd name="connsiteX54" fmla="*/ 164364 w 1777943"/>
                <a:gd name="connsiteY54" fmla="*/ 1322871 h 1567397"/>
                <a:gd name="connsiteX55" fmla="*/ 59091 w 1777943"/>
                <a:gd name="connsiteY55" fmla="*/ 1404750 h 1567397"/>
                <a:gd name="connsiteX56" fmla="*/ 131612 w 1777943"/>
                <a:gd name="connsiteY56" fmla="*/ 1285441 h 1567397"/>
                <a:gd name="connsiteX57" fmla="*/ 316424 w 1777943"/>
                <a:gd name="connsiteY57" fmla="*/ 1264386 h 1567397"/>
                <a:gd name="connsiteX58" fmla="*/ 131612 w 1777943"/>
                <a:gd name="connsiteY58" fmla="*/ 1285441 h 156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777943" h="1567397">
                  <a:moveTo>
                    <a:pt x="1731761" y="1163792"/>
                  </a:moveTo>
                  <a:cubicBezTo>
                    <a:pt x="1755155" y="1124022"/>
                    <a:pt x="1759834" y="1049162"/>
                    <a:pt x="1729422" y="1009392"/>
                  </a:cubicBezTo>
                  <a:cubicBezTo>
                    <a:pt x="1722403" y="1000034"/>
                    <a:pt x="1717725" y="983658"/>
                    <a:pt x="1717725" y="971961"/>
                  </a:cubicBezTo>
                  <a:cubicBezTo>
                    <a:pt x="1724743" y="833937"/>
                    <a:pt x="1659240" y="705270"/>
                    <a:pt x="1663918" y="567245"/>
                  </a:cubicBezTo>
                  <a:cubicBezTo>
                    <a:pt x="1666258" y="529815"/>
                    <a:pt x="1654561" y="492384"/>
                    <a:pt x="1633506" y="461972"/>
                  </a:cubicBezTo>
                  <a:cubicBezTo>
                    <a:pt x="1598415" y="410505"/>
                    <a:pt x="1582039" y="342663"/>
                    <a:pt x="1523554" y="314590"/>
                  </a:cubicBezTo>
                  <a:cubicBezTo>
                    <a:pt x="1444015" y="279499"/>
                    <a:pt x="1378512" y="223354"/>
                    <a:pt x="1296633" y="192941"/>
                  </a:cubicBezTo>
                  <a:cubicBezTo>
                    <a:pt x="1275578" y="211657"/>
                    <a:pt x="1294293" y="230372"/>
                    <a:pt x="1294293" y="249087"/>
                  </a:cubicBezTo>
                  <a:cubicBezTo>
                    <a:pt x="1296633" y="277160"/>
                    <a:pt x="1296633" y="302893"/>
                    <a:pt x="1298972" y="330966"/>
                  </a:cubicBezTo>
                  <a:cubicBezTo>
                    <a:pt x="1298972" y="340323"/>
                    <a:pt x="1298972" y="352020"/>
                    <a:pt x="1284936" y="354360"/>
                  </a:cubicBezTo>
                  <a:cubicBezTo>
                    <a:pt x="1280257" y="354360"/>
                    <a:pt x="1275578" y="352020"/>
                    <a:pt x="1270899" y="349681"/>
                  </a:cubicBezTo>
                  <a:cubicBezTo>
                    <a:pt x="1259202" y="335645"/>
                    <a:pt x="1277918" y="335645"/>
                    <a:pt x="1280257" y="328627"/>
                  </a:cubicBezTo>
                  <a:cubicBezTo>
                    <a:pt x="1287275" y="307572"/>
                    <a:pt x="1280257" y="286517"/>
                    <a:pt x="1277918" y="263123"/>
                  </a:cubicBezTo>
                  <a:cubicBezTo>
                    <a:pt x="1273239" y="225693"/>
                    <a:pt x="1268560" y="185923"/>
                    <a:pt x="1263881" y="148493"/>
                  </a:cubicBezTo>
                  <a:cubicBezTo>
                    <a:pt x="1259202" y="143814"/>
                    <a:pt x="1252184" y="139135"/>
                    <a:pt x="1247505" y="134456"/>
                  </a:cubicBezTo>
                  <a:cubicBezTo>
                    <a:pt x="1240487" y="129778"/>
                    <a:pt x="1233469" y="129778"/>
                    <a:pt x="1224111" y="132117"/>
                  </a:cubicBezTo>
                  <a:cubicBezTo>
                    <a:pt x="1207736" y="155511"/>
                    <a:pt x="1212414" y="188263"/>
                    <a:pt x="1196039" y="213996"/>
                  </a:cubicBezTo>
                  <a:cubicBezTo>
                    <a:pt x="1191360" y="225693"/>
                    <a:pt x="1184342" y="239729"/>
                    <a:pt x="1184342" y="253766"/>
                  </a:cubicBezTo>
                  <a:cubicBezTo>
                    <a:pt x="1186681" y="300554"/>
                    <a:pt x="1179663" y="347342"/>
                    <a:pt x="1172645" y="394130"/>
                  </a:cubicBezTo>
                  <a:cubicBezTo>
                    <a:pt x="1160948" y="468990"/>
                    <a:pt x="1144572" y="602336"/>
                    <a:pt x="1128196" y="635088"/>
                  </a:cubicBezTo>
                  <a:cubicBezTo>
                    <a:pt x="1043978" y="511100"/>
                    <a:pt x="971456" y="382433"/>
                    <a:pt x="835771" y="307572"/>
                  </a:cubicBezTo>
                  <a:cubicBezTo>
                    <a:pt x="800680" y="288857"/>
                    <a:pt x="777286" y="258445"/>
                    <a:pt x="760910" y="221014"/>
                  </a:cubicBezTo>
                  <a:cubicBezTo>
                    <a:pt x="737516" y="169547"/>
                    <a:pt x="735177" y="120420"/>
                    <a:pt x="756232" y="68953"/>
                  </a:cubicBezTo>
                  <a:cubicBezTo>
                    <a:pt x="753892" y="57256"/>
                    <a:pt x="758571" y="40880"/>
                    <a:pt x="737516" y="43220"/>
                  </a:cubicBezTo>
                  <a:cubicBezTo>
                    <a:pt x="653298" y="57256"/>
                    <a:pt x="627565" y="125099"/>
                    <a:pt x="601831" y="192941"/>
                  </a:cubicBezTo>
                  <a:cubicBezTo>
                    <a:pt x="606510" y="244408"/>
                    <a:pt x="597152" y="300554"/>
                    <a:pt x="627565" y="359039"/>
                  </a:cubicBezTo>
                  <a:cubicBezTo>
                    <a:pt x="627565" y="359039"/>
                    <a:pt x="629904" y="361378"/>
                    <a:pt x="629904" y="361378"/>
                  </a:cubicBezTo>
                  <a:cubicBezTo>
                    <a:pt x="629904" y="321608"/>
                    <a:pt x="629904" y="291196"/>
                    <a:pt x="646280" y="267802"/>
                  </a:cubicBezTo>
                  <a:cubicBezTo>
                    <a:pt x="664995" y="239729"/>
                    <a:pt x="690728" y="223354"/>
                    <a:pt x="730498" y="230372"/>
                  </a:cubicBezTo>
                  <a:cubicBezTo>
                    <a:pt x="657977" y="251426"/>
                    <a:pt x="634583" y="300554"/>
                    <a:pt x="646280" y="370736"/>
                  </a:cubicBezTo>
                  <a:cubicBezTo>
                    <a:pt x="648619" y="380093"/>
                    <a:pt x="643940" y="391790"/>
                    <a:pt x="629904" y="394130"/>
                  </a:cubicBezTo>
                  <a:cubicBezTo>
                    <a:pt x="615868" y="396469"/>
                    <a:pt x="611189" y="384772"/>
                    <a:pt x="606510" y="373075"/>
                  </a:cubicBezTo>
                  <a:cubicBezTo>
                    <a:pt x="585455" y="319269"/>
                    <a:pt x="583116" y="260784"/>
                    <a:pt x="578437" y="204638"/>
                  </a:cubicBezTo>
                  <a:cubicBezTo>
                    <a:pt x="541007" y="211657"/>
                    <a:pt x="501237" y="218675"/>
                    <a:pt x="470825" y="242069"/>
                  </a:cubicBezTo>
                  <a:cubicBezTo>
                    <a:pt x="421697" y="277160"/>
                    <a:pt x="370231" y="305233"/>
                    <a:pt x="314085" y="326287"/>
                  </a:cubicBezTo>
                  <a:cubicBezTo>
                    <a:pt x="304727" y="330966"/>
                    <a:pt x="295370" y="333305"/>
                    <a:pt x="288352" y="340323"/>
                  </a:cubicBezTo>
                  <a:cubicBezTo>
                    <a:pt x="211152" y="405827"/>
                    <a:pt x="187758" y="504081"/>
                    <a:pt x="147988" y="585960"/>
                  </a:cubicBezTo>
                  <a:cubicBezTo>
                    <a:pt x="115236" y="653803"/>
                    <a:pt x="84824" y="731003"/>
                    <a:pt x="73127" y="810543"/>
                  </a:cubicBezTo>
                  <a:cubicBezTo>
                    <a:pt x="63769" y="876046"/>
                    <a:pt x="63769" y="892422"/>
                    <a:pt x="122254" y="918155"/>
                  </a:cubicBezTo>
                  <a:cubicBezTo>
                    <a:pt x="213491" y="955586"/>
                    <a:pt x="269637" y="1028107"/>
                    <a:pt x="307067" y="1114665"/>
                  </a:cubicBezTo>
                  <a:cubicBezTo>
                    <a:pt x="309406" y="1117004"/>
                    <a:pt x="309406" y="1121683"/>
                    <a:pt x="311746" y="1124022"/>
                  </a:cubicBezTo>
                  <a:cubicBezTo>
                    <a:pt x="309406" y="1121683"/>
                    <a:pt x="309406" y="1119344"/>
                    <a:pt x="307067" y="1117004"/>
                  </a:cubicBezTo>
                  <a:cubicBezTo>
                    <a:pt x="311746" y="1126362"/>
                    <a:pt x="316424" y="1138059"/>
                    <a:pt x="318764" y="1147416"/>
                  </a:cubicBezTo>
                  <a:cubicBezTo>
                    <a:pt x="297709" y="1117004"/>
                    <a:pt x="278994" y="1084253"/>
                    <a:pt x="257940" y="1053840"/>
                  </a:cubicBezTo>
                  <a:cubicBezTo>
                    <a:pt x="229867" y="1014071"/>
                    <a:pt x="197115" y="981319"/>
                    <a:pt x="157345" y="953246"/>
                  </a:cubicBezTo>
                  <a:cubicBezTo>
                    <a:pt x="138630" y="939210"/>
                    <a:pt x="129273" y="939210"/>
                    <a:pt x="119915" y="960264"/>
                  </a:cubicBezTo>
                  <a:cubicBezTo>
                    <a:pt x="87163" y="1065537"/>
                    <a:pt x="80145" y="1175489"/>
                    <a:pt x="56751" y="1283102"/>
                  </a:cubicBezTo>
                  <a:cubicBezTo>
                    <a:pt x="40375" y="1362641"/>
                    <a:pt x="35697" y="1439841"/>
                    <a:pt x="59091" y="1519381"/>
                  </a:cubicBezTo>
                  <a:cubicBezTo>
                    <a:pt x="75466" y="1528738"/>
                    <a:pt x="91842" y="1526399"/>
                    <a:pt x="110557" y="1517041"/>
                  </a:cubicBezTo>
                  <a:cubicBezTo>
                    <a:pt x="152667" y="1467914"/>
                    <a:pt x="187758" y="1407090"/>
                    <a:pt x="243903" y="1379017"/>
                  </a:cubicBezTo>
                  <a:cubicBezTo>
                    <a:pt x="342158" y="1329890"/>
                    <a:pt x="442752" y="1287780"/>
                    <a:pt x="501237" y="1290120"/>
                  </a:cubicBezTo>
                  <a:cubicBezTo>
                    <a:pt x="590134" y="1294799"/>
                    <a:pt x="737516" y="1313514"/>
                    <a:pt x="821735" y="1285441"/>
                  </a:cubicBezTo>
                  <a:lnTo>
                    <a:pt x="1731761" y="1163792"/>
                  </a:lnTo>
                  <a:close/>
                  <a:moveTo>
                    <a:pt x="59091" y="1404750"/>
                  </a:moveTo>
                  <a:cubicBezTo>
                    <a:pt x="80145" y="1360302"/>
                    <a:pt x="115236" y="1334568"/>
                    <a:pt x="164364" y="1322871"/>
                  </a:cubicBezTo>
                  <a:cubicBezTo>
                    <a:pt x="129273" y="1350944"/>
                    <a:pt x="94182" y="1376678"/>
                    <a:pt x="59091" y="1404750"/>
                  </a:cubicBezTo>
                  <a:close/>
                  <a:moveTo>
                    <a:pt x="131612" y="1285441"/>
                  </a:moveTo>
                  <a:cubicBezTo>
                    <a:pt x="187758" y="1243332"/>
                    <a:pt x="250921" y="1240992"/>
                    <a:pt x="316424" y="1264386"/>
                  </a:cubicBezTo>
                  <a:cubicBezTo>
                    <a:pt x="253261" y="1257368"/>
                    <a:pt x="192436" y="1266726"/>
                    <a:pt x="131612" y="1285441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DBD6D9F-4F13-4B93-A26B-952755BF4341}"/>
                </a:ext>
              </a:extLst>
            </p:cNvPr>
            <p:cNvSpPr/>
            <p:nvPr/>
          </p:nvSpPr>
          <p:spPr>
            <a:xfrm>
              <a:off x="1235707" y="2205536"/>
              <a:ext cx="1289086" cy="3888394"/>
            </a:xfrm>
            <a:custGeom>
              <a:avLst/>
              <a:gdLst>
                <a:gd name="connsiteX0" fmla="*/ 1305229 w 1427033"/>
                <a:gd name="connsiteY0" fmla="*/ 73181 h 4304494"/>
                <a:gd name="connsiteX1" fmla="*/ 1279495 w 1427033"/>
                <a:gd name="connsiteY1" fmla="*/ 87218 h 4304494"/>
                <a:gd name="connsiteX2" fmla="*/ 673591 w 1427033"/>
                <a:gd name="connsiteY2" fmla="*/ 122309 h 4304494"/>
                <a:gd name="connsiteX3" fmla="*/ 638500 w 1427033"/>
                <a:gd name="connsiteY3" fmla="*/ 143363 h 4304494"/>
                <a:gd name="connsiteX4" fmla="*/ 109796 w 1427033"/>
                <a:gd name="connsiteY4" fmla="*/ 407715 h 4304494"/>
                <a:gd name="connsiteX5" fmla="*/ 91081 w 1427033"/>
                <a:gd name="connsiteY5" fmla="*/ 454503 h 4304494"/>
                <a:gd name="connsiteX6" fmla="*/ 91081 w 1427033"/>
                <a:gd name="connsiteY6" fmla="*/ 524685 h 4304494"/>
                <a:gd name="connsiteX7" fmla="*/ 74705 w 1427033"/>
                <a:gd name="connsiteY7" fmla="*/ 583170 h 4304494"/>
                <a:gd name="connsiteX8" fmla="*/ 55990 w 1427033"/>
                <a:gd name="connsiteY8" fmla="*/ 693122 h 4304494"/>
                <a:gd name="connsiteX9" fmla="*/ 95759 w 1427033"/>
                <a:gd name="connsiteY9" fmla="*/ 739910 h 4304494"/>
                <a:gd name="connsiteX10" fmla="*/ 123832 w 1427033"/>
                <a:gd name="connsiteY10" fmla="*/ 805413 h 4304494"/>
                <a:gd name="connsiteX11" fmla="*/ 116814 w 1427033"/>
                <a:gd name="connsiteY11" fmla="*/ 1086141 h 4304494"/>
                <a:gd name="connsiteX12" fmla="*/ 114475 w 1427033"/>
                <a:gd name="connsiteY12" fmla="*/ 1100177 h 4304494"/>
                <a:gd name="connsiteX13" fmla="*/ 114475 w 1427033"/>
                <a:gd name="connsiteY13" fmla="*/ 1359851 h 4304494"/>
                <a:gd name="connsiteX14" fmla="*/ 109796 w 1427033"/>
                <a:gd name="connsiteY14" fmla="*/ 1504894 h 4304494"/>
                <a:gd name="connsiteX15" fmla="*/ 133190 w 1427033"/>
                <a:gd name="connsiteY15" fmla="*/ 1713100 h 4304494"/>
                <a:gd name="connsiteX16" fmla="*/ 156584 w 1427033"/>
                <a:gd name="connsiteY16" fmla="*/ 1851125 h 4304494"/>
                <a:gd name="connsiteX17" fmla="*/ 186996 w 1427033"/>
                <a:gd name="connsiteY17" fmla="*/ 2021901 h 4304494"/>
                <a:gd name="connsiteX18" fmla="*/ 210390 w 1427033"/>
                <a:gd name="connsiteY18" fmla="*/ 2309647 h 4304494"/>
                <a:gd name="connsiteX19" fmla="*/ 198693 w 1427033"/>
                <a:gd name="connsiteY19" fmla="*/ 2333041 h 4304494"/>
                <a:gd name="connsiteX20" fmla="*/ 208050 w 1427033"/>
                <a:gd name="connsiteY20" fmla="*/ 2494460 h 4304494"/>
                <a:gd name="connsiteX21" fmla="*/ 215069 w 1427033"/>
                <a:gd name="connsiteY21" fmla="*/ 2545926 h 4304494"/>
                <a:gd name="connsiteX22" fmla="*/ 172959 w 1427033"/>
                <a:gd name="connsiteY22" fmla="*/ 2690969 h 4304494"/>
                <a:gd name="connsiteX23" fmla="*/ 172959 w 1427033"/>
                <a:gd name="connsiteY23" fmla="*/ 2705006 h 4304494"/>
                <a:gd name="connsiteX24" fmla="*/ 175299 w 1427033"/>
                <a:gd name="connsiteY24" fmla="*/ 2903855 h 4304494"/>
                <a:gd name="connsiteX25" fmla="*/ 161262 w 1427033"/>
                <a:gd name="connsiteY25" fmla="*/ 3151831 h 4304494"/>
                <a:gd name="connsiteX26" fmla="*/ 158923 w 1427033"/>
                <a:gd name="connsiteY26" fmla="*/ 3161188 h 4304494"/>
                <a:gd name="connsiteX27" fmla="*/ 149565 w 1427033"/>
                <a:gd name="connsiteY27" fmla="*/ 3413844 h 4304494"/>
                <a:gd name="connsiteX28" fmla="*/ 151905 w 1427033"/>
                <a:gd name="connsiteY28" fmla="*/ 3647784 h 4304494"/>
                <a:gd name="connsiteX29" fmla="*/ 194014 w 1427033"/>
                <a:gd name="connsiteY29" fmla="*/ 4008051 h 4304494"/>
                <a:gd name="connsiteX30" fmla="*/ 226766 w 1427033"/>
                <a:gd name="connsiteY30" fmla="*/ 4197542 h 4304494"/>
                <a:gd name="connsiteX31" fmla="*/ 275893 w 1427033"/>
                <a:gd name="connsiteY31" fmla="*/ 4256027 h 4304494"/>
                <a:gd name="connsiteX32" fmla="*/ 299287 w 1427033"/>
                <a:gd name="connsiteY32" fmla="*/ 4265385 h 4304494"/>
                <a:gd name="connsiteX33" fmla="*/ 374148 w 1427033"/>
                <a:gd name="connsiteY33" fmla="*/ 4256027 h 4304494"/>
                <a:gd name="connsiteX34" fmla="*/ 572997 w 1427033"/>
                <a:gd name="connsiteY34" fmla="*/ 4244330 h 4304494"/>
                <a:gd name="connsiteX35" fmla="*/ 624464 w 1427033"/>
                <a:gd name="connsiteY35" fmla="*/ 4234973 h 4304494"/>
                <a:gd name="connsiteX36" fmla="*/ 640839 w 1427033"/>
                <a:gd name="connsiteY36" fmla="*/ 4199882 h 4304494"/>
                <a:gd name="connsiteX37" fmla="*/ 636161 w 1427033"/>
                <a:gd name="connsiteY37" fmla="*/ 3872366 h 4304494"/>
                <a:gd name="connsiteX38" fmla="*/ 610427 w 1427033"/>
                <a:gd name="connsiteY38" fmla="*/ 3549529 h 4304494"/>
                <a:gd name="connsiteX39" fmla="*/ 605748 w 1427033"/>
                <a:gd name="connsiteY39" fmla="*/ 3467650 h 4304494"/>
                <a:gd name="connsiteX40" fmla="*/ 622124 w 1427033"/>
                <a:gd name="connsiteY40" fmla="*/ 2807939 h 4304494"/>
                <a:gd name="connsiteX41" fmla="*/ 666573 w 1427033"/>
                <a:gd name="connsiteY41" fmla="*/ 2457029 h 4304494"/>
                <a:gd name="connsiteX42" fmla="*/ 696985 w 1427033"/>
                <a:gd name="connsiteY42" fmla="*/ 2005525 h 4304494"/>
                <a:gd name="connsiteX43" fmla="*/ 795240 w 1427033"/>
                <a:gd name="connsiteY43" fmla="*/ 1537645 h 4304494"/>
                <a:gd name="connsiteX44" fmla="*/ 771846 w 1427033"/>
                <a:gd name="connsiteY44" fmla="*/ 1766906 h 4304494"/>
                <a:gd name="connsiteX45" fmla="*/ 746112 w 1427033"/>
                <a:gd name="connsiteY45" fmla="*/ 1977452 h 4304494"/>
                <a:gd name="connsiteX46" fmla="*/ 769506 w 1427033"/>
                <a:gd name="connsiteY46" fmla="*/ 2209053 h 4304494"/>
                <a:gd name="connsiteX47" fmla="*/ 785882 w 1427033"/>
                <a:gd name="connsiteY47" fmla="*/ 2335380 h 4304494"/>
                <a:gd name="connsiteX48" fmla="*/ 795240 w 1427033"/>
                <a:gd name="connsiteY48" fmla="*/ 2714363 h 4304494"/>
                <a:gd name="connsiteX49" fmla="*/ 748452 w 1427033"/>
                <a:gd name="connsiteY49" fmla="*/ 3114400 h 4304494"/>
                <a:gd name="connsiteX50" fmla="*/ 755470 w 1427033"/>
                <a:gd name="connsiteY50" fmla="*/ 3647784 h 4304494"/>
                <a:gd name="connsiteX51" fmla="*/ 757809 w 1427033"/>
                <a:gd name="connsiteY51" fmla="*/ 3769432 h 4304494"/>
                <a:gd name="connsiteX52" fmla="*/ 760149 w 1427033"/>
                <a:gd name="connsiteY52" fmla="*/ 4052500 h 4304494"/>
                <a:gd name="connsiteX53" fmla="*/ 767167 w 1427033"/>
                <a:gd name="connsiteY53" fmla="*/ 4185845 h 4304494"/>
                <a:gd name="connsiteX54" fmla="*/ 792900 w 1427033"/>
                <a:gd name="connsiteY54" fmla="*/ 4206900 h 4304494"/>
                <a:gd name="connsiteX55" fmla="*/ 1045555 w 1427033"/>
                <a:gd name="connsiteY55" fmla="*/ 4211579 h 4304494"/>
                <a:gd name="connsiteX56" fmla="*/ 1197616 w 1427033"/>
                <a:gd name="connsiteY56" fmla="*/ 4143736 h 4304494"/>
                <a:gd name="connsiteX57" fmla="*/ 1211653 w 1427033"/>
                <a:gd name="connsiteY57" fmla="*/ 4071215 h 4304494"/>
                <a:gd name="connsiteX58" fmla="*/ 1185919 w 1427033"/>
                <a:gd name="connsiteY58" fmla="*/ 3888742 h 4304494"/>
                <a:gd name="connsiteX59" fmla="*/ 1171883 w 1427033"/>
                <a:gd name="connsiteY59" fmla="*/ 3757735 h 4304494"/>
                <a:gd name="connsiteX60" fmla="*/ 1174222 w 1427033"/>
                <a:gd name="connsiteY60" fmla="*/ 3610353 h 4304494"/>
                <a:gd name="connsiteX61" fmla="*/ 1157847 w 1427033"/>
                <a:gd name="connsiteY61" fmla="*/ 3404486 h 4304494"/>
                <a:gd name="connsiteX62" fmla="*/ 1195277 w 1427033"/>
                <a:gd name="connsiteY62" fmla="*/ 2992752 h 4304494"/>
                <a:gd name="connsiteX63" fmla="*/ 1258441 w 1427033"/>
                <a:gd name="connsiteY63" fmla="*/ 2751794 h 4304494"/>
                <a:gd name="connsiteX64" fmla="*/ 1274817 w 1427033"/>
                <a:gd name="connsiteY64" fmla="*/ 2655878 h 4304494"/>
                <a:gd name="connsiteX65" fmla="*/ 1274817 w 1427033"/>
                <a:gd name="connsiteY65" fmla="*/ 2578678 h 4304494"/>
                <a:gd name="connsiteX66" fmla="*/ 1302889 w 1427033"/>
                <a:gd name="connsiteY66" fmla="*/ 2209053 h 4304494"/>
                <a:gd name="connsiteX67" fmla="*/ 1302889 w 1427033"/>
                <a:gd name="connsiteY67" fmla="*/ 2192677 h 4304494"/>
                <a:gd name="connsiteX68" fmla="*/ 1314586 w 1427033"/>
                <a:gd name="connsiteY68" fmla="*/ 1649936 h 4304494"/>
                <a:gd name="connsiteX69" fmla="*/ 1181241 w 1427033"/>
                <a:gd name="connsiteY69" fmla="*/ 898989 h 4304494"/>
                <a:gd name="connsiteX70" fmla="*/ 1202295 w 1427033"/>
                <a:gd name="connsiteY70" fmla="*/ 714177 h 4304494"/>
                <a:gd name="connsiteX71" fmla="*/ 1190598 w 1427033"/>
                <a:gd name="connsiteY71" fmla="*/ 475558 h 4304494"/>
                <a:gd name="connsiteX72" fmla="*/ 1302889 w 1427033"/>
                <a:gd name="connsiteY72" fmla="*/ 452164 h 4304494"/>
                <a:gd name="connsiteX73" fmla="*/ 1293532 w 1427033"/>
                <a:gd name="connsiteY73" fmla="*/ 435788 h 4304494"/>
                <a:gd name="connsiteX74" fmla="*/ 1272477 w 1427033"/>
                <a:gd name="connsiteY74" fmla="*/ 435788 h 4304494"/>
                <a:gd name="connsiteX75" fmla="*/ 1178901 w 1427033"/>
                <a:gd name="connsiteY75" fmla="*/ 367946 h 4304494"/>
                <a:gd name="connsiteX76" fmla="*/ 1169544 w 1427033"/>
                <a:gd name="connsiteY76" fmla="*/ 314139 h 4304494"/>
                <a:gd name="connsiteX77" fmla="*/ 1176562 w 1427033"/>
                <a:gd name="connsiteY77" fmla="*/ 236939 h 4304494"/>
                <a:gd name="connsiteX78" fmla="*/ 1314586 w 1427033"/>
                <a:gd name="connsiteY78" fmla="*/ 150382 h 4304494"/>
                <a:gd name="connsiteX79" fmla="*/ 1354356 w 1427033"/>
                <a:gd name="connsiteY79" fmla="*/ 77860 h 4304494"/>
                <a:gd name="connsiteX80" fmla="*/ 1382429 w 1427033"/>
                <a:gd name="connsiteY80" fmla="*/ 73181 h 4304494"/>
                <a:gd name="connsiteX81" fmla="*/ 1394126 w 1427033"/>
                <a:gd name="connsiteY81" fmla="*/ 63824 h 4304494"/>
                <a:gd name="connsiteX82" fmla="*/ 1305229 w 1427033"/>
                <a:gd name="connsiteY82" fmla="*/ 73181 h 43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427033" h="4304494">
                  <a:moveTo>
                    <a:pt x="1305229" y="73181"/>
                  </a:moveTo>
                  <a:cubicBezTo>
                    <a:pt x="1300550" y="82539"/>
                    <a:pt x="1291192" y="84878"/>
                    <a:pt x="1279495" y="87218"/>
                  </a:cubicBezTo>
                  <a:cubicBezTo>
                    <a:pt x="1176562" y="96575"/>
                    <a:pt x="680609" y="152721"/>
                    <a:pt x="673591" y="122309"/>
                  </a:cubicBezTo>
                  <a:cubicBezTo>
                    <a:pt x="666573" y="126988"/>
                    <a:pt x="652536" y="136345"/>
                    <a:pt x="638500" y="143363"/>
                  </a:cubicBezTo>
                  <a:cubicBezTo>
                    <a:pt x="470063" y="246297"/>
                    <a:pt x="306305" y="358588"/>
                    <a:pt x="109796" y="407715"/>
                  </a:cubicBezTo>
                  <a:cubicBezTo>
                    <a:pt x="88741" y="417073"/>
                    <a:pt x="98099" y="440467"/>
                    <a:pt x="91081" y="454503"/>
                  </a:cubicBezTo>
                  <a:cubicBezTo>
                    <a:pt x="84062" y="477897"/>
                    <a:pt x="79384" y="503631"/>
                    <a:pt x="91081" y="524685"/>
                  </a:cubicBezTo>
                  <a:cubicBezTo>
                    <a:pt x="112135" y="555097"/>
                    <a:pt x="95759" y="566794"/>
                    <a:pt x="74705" y="583170"/>
                  </a:cubicBezTo>
                  <a:cubicBezTo>
                    <a:pt x="41953" y="608904"/>
                    <a:pt x="32596" y="658031"/>
                    <a:pt x="55990" y="693122"/>
                  </a:cubicBezTo>
                  <a:cubicBezTo>
                    <a:pt x="67687" y="709498"/>
                    <a:pt x="81723" y="728213"/>
                    <a:pt x="95759" y="739910"/>
                  </a:cubicBezTo>
                  <a:cubicBezTo>
                    <a:pt x="119153" y="758625"/>
                    <a:pt x="121493" y="777340"/>
                    <a:pt x="123832" y="805413"/>
                  </a:cubicBezTo>
                  <a:cubicBezTo>
                    <a:pt x="126172" y="898989"/>
                    <a:pt x="84062" y="992565"/>
                    <a:pt x="116814" y="1086141"/>
                  </a:cubicBezTo>
                  <a:cubicBezTo>
                    <a:pt x="119153" y="1090820"/>
                    <a:pt x="116814" y="1095499"/>
                    <a:pt x="114475" y="1100177"/>
                  </a:cubicBezTo>
                  <a:cubicBezTo>
                    <a:pt x="91081" y="1186736"/>
                    <a:pt x="88741" y="1273293"/>
                    <a:pt x="114475" y="1359851"/>
                  </a:cubicBezTo>
                  <a:cubicBezTo>
                    <a:pt x="128511" y="1408978"/>
                    <a:pt x="119153" y="1458106"/>
                    <a:pt x="109796" y="1504894"/>
                  </a:cubicBezTo>
                  <a:cubicBezTo>
                    <a:pt x="93420" y="1577415"/>
                    <a:pt x="100438" y="1645258"/>
                    <a:pt x="133190" y="1713100"/>
                  </a:cubicBezTo>
                  <a:cubicBezTo>
                    <a:pt x="154244" y="1755209"/>
                    <a:pt x="163602" y="1799658"/>
                    <a:pt x="156584" y="1851125"/>
                  </a:cubicBezTo>
                  <a:cubicBezTo>
                    <a:pt x="149565" y="1909610"/>
                    <a:pt x="170620" y="1965755"/>
                    <a:pt x="186996" y="2021901"/>
                  </a:cubicBezTo>
                  <a:cubicBezTo>
                    <a:pt x="215069" y="2113137"/>
                    <a:pt x="203372" y="2213732"/>
                    <a:pt x="210390" y="2309647"/>
                  </a:cubicBezTo>
                  <a:cubicBezTo>
                    <a:pt x="210390" y="2316665"/>
                    <a:pt x="203372" y="2323683"/>
                    <a:pt x="198693" y="2333041"/>
                  </a:cubicBezTo>
                  <a:cubicBezTo>
                    <a:pt x="177638" y="2389187"/>
                    <a:pt x="161262" y="2442993"/>
                    <a:pt x="208050" y="2494460"/>
                  </a:cubicBezTo>
                  <a:cubicBezTo>
                    <a:pt x="219747" y="2506157"/>
                    <a:pt x="224426" y="2524872"/>
                    <a:pt x="215069" y="2545926"/>
                  </a:cubicBezTo>
                  <a:cubicBezTo>
                    <a:pt x="196353" y="2592714"/>
                    <a:pt x="203372" y="2646521"/>
                    <a:pt x="172959" y="2690969"/>
                  </a:cubicBezTo>
                  <a:cubicBezTo>
                    <a:pt x="170620" y="2693309"/>
                    <a:pt x="170620" y="2700327"/>
                    <a:pt x="172959" y="2705006"/>
                  </a:cubicBezTo>
                  <a:cubicBezTo>
                    <a:pt x="184656" y="2770509"/>
                    <a:pt x="177638" y="2838351"/>
                    <a:pt x="175299" y="2903855"/>
                  </a:cubicBezTo>
                  <a:cubicBezTo>
                    <a:pt x="170620" y="2985734"/>
                    <a:pt x="126172" y="3067612"/>
                    <a:pt x="161262" y="3151831"/>
                  </a:cubicBezTo>
                  <a:cubicBezTo>
                    <a:pt x="161262" y="3154170"/>
                    <a:pt x="161262" y="3158849"/>
                    <a:pt x="158923" y="3161188"/>
                  </a:cubicBezTo>
                  <a:cubicBezTo>
                    <a:pt x="144887" y="3245407"/>
                    <a:pt x="142547" y="3329625"/>
                    <a:pt x="149565" y="3413844"/>
                  </a:cubicBezTo>
                  <a:cubicBezTo>
                    <a:pt x="154244" y="3491044"/>
                    <a:pt x="151905" y="3570583"/>
                    <a:pt x="151905" y="3647784"/>
                  </a:cubicBezTo>
                  <a:cubicBezTo>
                    <a:pt x="151905" y="3769432"/>
                    <a:pt x="177638" y="3888742"/>
                    <a:pt x="194014" y="4008051"/>
                  </a:cubicBezTo>
                  <a:cubicBezTo>
                    <a:pt x="203372" y="4071215"/>
                    <a:pt x="236123" y="4129700"/>
                    <a:pt x="226766" y="4197542"/>
                  </a:cubicBezTo>
                  <a:cubicBezTo>
                    <a:pt x="219747" y="4237312"/>
                    <a:pt x="238463" y="4253688"/>
                    <a:pt x="275893" y="4256027"/>
                  </a:cubicBezTo>
                  <a:cubicBezTo>
                    <a:pt x="282911" y="4260706"/>
                    <a:pt x="292269" y="4263046"/>
                    <a:pt x="299287" y="4265385"/>
                  </a:cubicBezTo>
                  <a:cubicBezTo>
                    <a:pt x="325020" y="4270064"/>
                    <a:pt x="348414" y="4260706"/>
                    <a:pt x="374148" y="4256027"/>
                  </a:cubicBezTo>
                  <a:cubicBezTo>
                    <a:pt x="439651" y="4239652"/>
                    <a:pt x="505154" y="4232633"/>
                    <a:pt x="572997" y="4244330"/>
                  </a:cubicBezTo>
                  <a:cubicBezTo>
                    <a:pt x="589373" y="4241991"/>
                    <a:pt x="608088" y="4241991"/>
                    <a:pt x="624464" y="4234973"/>
                  </a:cubicBezTo>
                  <a:cubicBezTo>
                    <a:pt x="638500" y="4227955"/>
                    <a:pt x="638500" y="4211579"/>
                    <a:pt x="640839" y="4199882"/>
                  </a:cubicBezTo>
                  <a:cubicBezTo>
                    <a:pt x="657215" y="4089930"/>
                    <a:pt x="659555" y="3977639"/>
                    <a:pt x="636161" y="3872366"/>
                  </a:cubicBezTo>
                  <a:cubicBezTo>
                    <a:pt x="612767" y="3764754"/>
                    <a:pt x="619785" y="3657141"/>
                    <a:pt x="610427" y="3549529"/>
                  </a:cubicBezTo>
                  <a:cubicBezTo>
                    <a:pt x="608088" y="3521456"/>
                    <a:pt x="608088" y="3495723"/>
                    <a:pt x="605748" y="3467650"/>
                  </a:cubicBezTo>
                  <a:cubicBezTo>
                    <a:pt x="587033" y="3247746"/>
                    <a:pt x="575336" y="3025503"/>
                    <a:pt x="622124" y="2807939"/>
                  </a:cubicBezTo>
                  <a:cubicBezTo>
                    <a:pt x="647858" y="2693309"/>
                    <a:pt x="659555" y="2573999"/>
                    <a:pt x="666573" y="2457029"/>
                  </a:cubicBezTo>
                  <a:cubicBezTo>
                    <a:pt x="673591" y="2307308"/>
                    <a:pt x="687627" y="2155247"/>
                    <a:pt x="696985" y="2005525"/>
                  </a:cubicBezTo>
                  <a:cubicBezTo>
                    <a:pt x="704003" y="1888555"/>
                    <a:pt x="750791" y="1642918"/>
                    <a:pt x="795240" y="1537645"/>
                  </a:cubicBezTo>
                  <a:cubicBezTo>
                    <a:pt x="790561" y="1539985"/>
                    <a:pt x="783543" y="1699064"/>
                    <a:pt x="771846" y="1766906"/>
                  </a:cubicBezTo>
                  <a:cubicBezTo>
                    <a:pt x="760149" y="1846446"/>
                    <a:pt x="750791" y="1900252"/>
                    <a:pt x="746112" y="1977452"/>
                  </a:cubicBezTo>
                  <a:cubicBezTo>
                    <a:pt x="769506" y="2047634"/>
                    <a:pt x="767167" y="2134192"/>
                    <a:pt x="769506" y="2209053"/>
                  </a:cubicBezTo>
                  <a:cubicBezTo>
                    <a:pt x="769506" y="2251162"/>
                    <a:pt x="776524" y="2293271"/>
                    <a:pt x="785882" y="2335380"/>
                  </a:cubicBezTo>
                  <a:cubicBezTo>
                    <a:pt x="811615" y="2459369"/>
                    <a:pt x="809276" y="2590375"/>
                    <a:pt x="795240" y="2714363"/>
                  </a:cubicBezTo>
                  <a:cubicBezTo>
                    <a:pt x="781203" y="2847709"/>
                    <a:pt x="755470" y="2981055"/>
                    <a:pt x="748452" y="3114400"/>
                  </a:cubicBezTo>
                  <a:cubicBezTo>
                    <a:pt x="739094" y="3292195"/>
                    <a:pt x="732076" y="3469989"/>
                    <a:pt x="755470" y="3647784"/>
                  </a:cubicBezTo>
                  <a:cubicBezTo>
                    <a:pt x="760149" y="3687553"/>
                    <a:pt x="769506" y="3732002"/>
                    <a:pt x="757809" y="3769432"/>
                  </a:cubicBezTo>
                  <a:cubicBezTo>
                    <a:pt x="729736" y="3865348"/>
                    <a:pt x="748452" y="3958924"/>
                    <a:pt x="760149" y="4052500"/>
                  </a:cubicBezTo>
                  <a:cubicBezTo>
                    <a:pt x="764827" y="4096948"/>
                    <a:pt x="748452" y="4141397"/>
                    <a:pt x="767167" y="4185845"/>
                  </a:cubicBezTo>
                  <a:cubicBezTo>
                    <a:pt x="774185" y="4195203"/>
                    <a:pt x="781203" y="4204561"/>
                    <a:pt x="792900" y="4206900"/>
                  </a:cubicBezTo>
                  <a:cubicBezTo>
                    <a:pt x="877119" y="4213918"/>
                    <a:pt x="961337" y="4211579"/>
                    <a:pt x="1045555" y="4211579"/>
                  </a:cubicBezTo>
                  <a:cubicBezTo>
                    <a:pt x="1104040" y="4211579"/>
                    <a:pt x="1160186" y="4192864"/>
                    <a:pt x="1197616" y="4143736"/>
                  </a:cubicBezTo>
                  <a:cubicBezTo>
                    <a:pt x="1213992" y="4122682"/>
                    <a:pt x="1202295" y="4094609"/>
                    <a:pt x="1211653" y="4071215"/>
                  </a:cubicBezTo>
                  <a:cubicBezTo>
                    <a:pt x="1204635" y="4010390"/>
                    <a:pt x="1199956" y="3947227"/>
                    <a:pt x="1185919" y="3888742"/>
                  </a:cubicBezTo>
                  <a:cubicBezTo>
                    <a:pt x="1176562" y="3844293"/>
                    <a:pt x="1169544" y="3804523"/>
                    <a:pt x="1171883" y="3757735"/>
                  </a:cubicBezTo>
                  <a:cubicBezTo>
                    <a:pt x="1174222" y="3708608"/>
                    <a:pt x="1192938" y="3657141"/>
                    <a:pt x="1174222" y="3610353"/>
                  </a:cubicBezTo>
                  <a:cubicBezTo>
                    <a:pt x="1146150" y="3542511"/>
                    <a:pt x="1146150" y="3472329"/>
                    <a:pt x="1157847" y="3404486"/>
                  </a:cubicBezTo>
                  <a:cubicBezTo>
                    <a:pt x="1183580" y="3268801"/>
                    <a:pt x="1171883" y="3128437"/>
                    <a:pt x="1195277" y="2992752"/>
                  </a:cubicBezTo>
                  <a:cubicBezTo>
                    <a:pt x="1209313" y="2908533"/>
                    <a:pt x="1206974" y="2824315"/>
                    <a:pt x="1258441" y="2751794"/>
                  </a:cubicBezTo>
                  <a:cubicBezTo>
                    <a:pt x="1277156" y="2726060"/>
                    <a:pt x="1277156" y="2688630"/>
                    <a:pt x="1274817" y="2655878"/>
                  </a:cubicBezTo>
                  <a:cubicBezTo>
                    <a:pt x="1272477" y="2630145"/>
                    <a:pt x="1272477" y="2604411"/>
                    <a:pt x="1274817" y="2578678"/>
                  </a:cubicBezTo>
                  <a:cubicBezTo>
                    <a:pt x="1286514" y="2454690"/>
                    <a:pt x="1312247" y="2333041"/>
                    <a:pt x="1302889" y="2209053"/>
                  </a:cubicBezTo>
                  <a:cubicBezTo>
                    <a:pt x="1302889" y="2204374"/>
                    <a:pt x="1302889" y="2199695"/>
                    <a:pt x="1302889" y="2192677"/>
                  </a:cubicBezTo>
                  <a:cubicBezTo>
                    <a:pt x="1298211" y="2012543"/>
                    <a:pt x="1319265" y="1832410"/>
                    <a:pt x="1314586" y="1649936"/>
                  </a:cubicBezTo>
                  <a:cubicBezTo>
                    <a:pt x="1307568" y="1392602"/>
                    <a:pt x="1258441" y="1142287"/>
                    <a:pt x="1181241" y="898989"/>
                  </a:cubicBezTo>
                  <a:cubicBezTo>
                    <a:pt x="1167204" y="891971"/>
                    <a:pt x="1190598" y="770322"/>
                    <a:pt x="1202295" y="714177"/>
                  </a:cubicBezTo>
                  <a:cubicBezTo>
                    <a:pt x="1216332" y="639316"/>
                    <a:pt x="1216332" y="555097"/>
                    <a:pt x="1190598" y="475558"/>
                  </a:cubicBezTo>
                  <a:cubicBezTo>
                    <a:pt x="1230368" y="470879"/>
                    <a:pt x="1272477" y="487255"/>
                    <a:pt x="1302889" y="452164"/>
                  </a:cubicBezTo>
                  <a:cubicBezTo>
                    <a:pt x="1305229" y="442806"/>
                    <a:pt x="1300550" y="438128"/>
                    <a:pt x="1293532" y="435788"/>
                  </a:cubicBezTo>
                  <a:cubicBezTo>
                    <a:pt x="1286514" y="433449"/>
                    <a:pt x="1279495" y="433449"/>
                    <a:pt x="1272477" y="435788"/>
                  </a:cubicBezTo>
                  <a:cubicBezTo>
                    <a:pt x="1204635" y="442806"/>
                    <a:pt x="1195277" y="435788"/>
                    <a:pt x="1178901" y="367946"/>
                  </a:cubicBezTo>
                  <a:cubicBezTo>
                    <a:pt x="1174222" y="349230"/>
                    <a:pt x="1171883" y="332855"/>
                    <a:pt x="1169544" y="314139"/>
                  </a:cubicBezTo>
                  <a:cubicBezTo>
                    <a:pt x="1167204" y="288406"/>
                    <a:pt x="1157847" y="260333"/>
                    <a:pt x="1176562" y="236939"/>
                  </a:cubicBezTo>
                  <a:cubicBezTo>
                    <a:pt x="1213992" y="192491"/>
                    <a:pt x="1256101" y="159739"/>
                    <a:pt x="1314586" y="150382"/>
                  </a:cubicBezTo>
                  <a:cubicBezTo>
                    <a:pt x="1380090" y="141024"/>
                    <a:pt x="1384768" y="136345"/>
                    <a:pt x="1354356" y="77860"/>
                  </a:cubicBezTo>
                  <a:cubicBezTo>
                    <a:pt x="1363714" y="70842"/>
                    <a:pt x="1373071" y="75521"/>
                    <a:pt x="1382429" y="73181"/>
                  </a:cubicBezTo>
                  <a:cubicBezTo>
                    <a:pt x="1387108" y="70842"/>
                    <a:pt x="1391787" y="68503"/>
                    <a:pt x="1394126" y="63824"/>
                  </a:cubicBezTo>
                  <a:cubicBezTo>
                    <a:pt x="1363714" y="42769"/>
                    <a:pt x="1330962" y="26393"/>
                    <a:pt x="1305229" y="73181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4D8672F-8E99-495C-AF10-99A2A136DB38}"/>
                </a:ext>
              </a:extLst>
            </p:cNvPr>
            <p:cNvSpPr/>
            <p:nvPr/>
          </p:nvSpPr>
          <p:spPr>
            <a:xfrm>
              <a:off x="1870706" y="5880287"/>
              <a:ext cx="929833" cy="486049"/>
            </a:xfrm>
            <a:custGeom>
              <a:avLst/>
              <a:gdLst>
                <a:gd name="connsiteX0" fmla="*/ 1002314 w 1029335"/>
                <a:gd name="connsiteY0" fmla="*/ 349456 h 538061"/>
                <a:gd name="connsiteX1" fmla="*/ 936811 w 1029335"/>
                <a:gd name="connsiteY1" fmla="*/ 283952 h 538061"/>
                <a:gd name="connsiteX2" fmla="*/ 819841 w 1029335"/>
                <a:gd name="connsiteY2" fmla="*/ 274595 h 538061"/>
                <a:gd name="connsiteX3" fmla="*/ 819841 w 1029335"/>
                <a:gd name="connsiteY3" fmla="*/ 274595 h 538061"/>
                <a:gd name="connsiteX4" fmla="*/ 819841 w 1029335"/>
                <a:gd name="connsiteY4" fmla="*/ 274595 h 538061"/>
                <a:gd name="connsiteX5" fmla="*/ 819841 w 1029335"/>
                <a:gd name="connsiteY5" fmla="*/ 274595 h 538061"/>
                <a:gd name="connsiteX6" fmla="*/ 775393 w 1029335"/>
                <a:gd name="connsiteY6" fmla="*/ 265237 h 538061"/>
                <a:gd name="connsiteX7" fmla="*/ 525077 w 1029335"/>
                <a:gd name="connsiteY7" fmla="*/ 68728 h 538061"/>
                <a:gd name="connsiteX8" fmla="*/ 501683 w 1029335"/>
                <a:gd name="connsiteY8" fmla="*/ 42994 h 538061"/>
                <a:gd name="connsiteX9" fmla="*/ 482968 w 1029335"/>
                <a:gd name="connsiteY9" fmla="*/ 71067 h 538061"/>
                <a:gd name="connsiteX10" fmla="*/ 508701 w 1029335"/>
                <a:gd name="connsiteY10" fmla="*/ 85103 h 538061"/>
                <a:gd name="connsiteX11" fmla="*/ 791768 w 1029335"/>
                <a:gd name="connsiteY11" fmla="*/ 288631 h 538061"/>
                <a:gd name="connsiteX12" fmla="*/ 925114 w 1029335"/>
                <a:gd name="connsiteY12" fmla="*/ 305007 h 538061"/>
                <a:gd name="connsiteX13" fmla="*/ 981260 w 1029335"/>
                <a:gd name="connsiteY13" fmla="*/ 365831 h 538061"/>
                <a:gd name="connsiteX14" fmla="*/ 929793 w 1029335"/>
                <a:gd name="connsiteY14" fmla="*/ 428995 h 538061"/>
                <a:gd name="connsiteX15" fmla="*/ 475950 w 1029335"/>
                <a:gd name="connsiteY15" fmla="*/ 424316 h 538061"/>
                <a:gd name="connsiteX16" fmla="*/ 302834 w 1029335"/>
                <a:gd name="connsiteY16" fmla="*/ 414959 h 538061"/>
                <a:gd name="connsiteX17" fmla="*/ 108664 w 1029335"/>
                <a:gd name="connsiteY17" fmla="*/ 393904 h 538061"/>
                <a:gd name="connsiteX18" fmla="*/ 59536 w 1029335"/>
                <a:gd name="connsiteY18" fmla="*/ 328401 h 538061"/>
                <a:gd name="connsiteX19" fmla="*/ 57197 w 1029335"/>
                <a:gd name="connsiteY19" fmla="*/ 213770 h 538061"/>
                <a:gd name="connsiteX20" fmla="*/ 80591 w 1029335"/>
                <a:gd name="connsiteY20" fmla="*/ 141249 h 538061"/>
                <a:gd name="connsiteX21" fmla="*/ 68894 w 1029335"/>
                <a:gd name="connsiteY21" fmla="*/ 134231 h 538061"/>
                <a:gd name="connsiteX22" fmla="*/ 50179 w 1029335"/>
                <a:gd name="connsiteY22" fmla="*/ 199734 h 538061"/>
                <a:gd name="connsiteX23" fmla="*/ 50179 w 1029335"/>
                <a:gd name="connsiteY23" fmla="*/ 309686 h 538061"/>
                <a:gd name="connsiteX24" fmla="*/ 80591 w 1029335"/>
                <a:gd name="connsiteY24" fmla="*/ 403262 h 538061"/>
                <a:gd name="connsiteX25" fmla="*/ 314531 w 1029335"/>
                <a:gd name="connsiteY25" fmla="*/ 431335 h 538061"/>
                <a:gd name="connsiteX26" fmla="*/ 487647 w 1029335"/>
                <a:gd name="connsiteY26" fmla="*/ 447710 h 538061"/>
                <a:gd name="connsiteX27" fmla="*/ 950847 w 1029335"/>
                <a:gd name="connsiteY27" fmla="*/ 445371 h 538061"/>
                <a:gd name="connsiteX28" fmla="*/ 1002314 w 1029335"/>
                <a:gd name="connsiteY28" fmla="*/ 349456 h 538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29335" h="538061">
                  <a:moveTo>
                    <a:pt x="1002314" y="349456"/>
                  </a:moveTo>
                  <a:cubicBezTo>
                    <a:pt x="997635" y="309686"/>
                    <a:pt x="971902" y="288631"/>
                    <a:pt x="936811" y="283952"/>
                  </a:cubicBezTo>
                  <a:cubicBezTo>
                    <a:pt x="899381" y="279274"/>
                    <a:pt x="859611" y="276934"/>
                    <a:pt x="819841" y="274595"/>
                  </a:cubicBezTo>
                  <a:cubicBezTo>
                    <a:pt x="819841" y="274595"/>
                    <a:pt x="819841" y="274595"/>
                    <a:pt x="819841" y="274595"/>
                  </a:cubicBezTo>
                  <a:cubicBezTo>
                    <a:pt x="819841" y="274595"/>
                    <a:pt x="819841" y="274595"/>
                    <a:pt x="819841" y="274595"/>
                  </a:cubicBezTo>
                  <a:cubicBezTo>
                    <a:pt x="819841" y="274595"/>
                    <a:pt x="819841" y="274595"/>
                    <a:pt x="819841" y="274595"/>
                  </a:cubicBezTo>
                  <a:cubicBezTo>
                    <a:pt x="803465" y="272255"/>
                    <a:pt x="787090" y="269916"/>
                    <a:pt x="775393" y="265237"/>
                  </a:cubicBezTo>
                  <a:cubicBezTo>
                    <a:pt x="651404" y="227807"/>
                    <a:pt x="592920" y="174001"/>
                    <a:pt x="525077" y="68728"/>
                  </a:cubicBezTo>
                  <a:cubicBezTo>
                    <a:pt x="513380" y="50012"/>
                    <a:pt x="501683" y="64049"/>
                    <a:pt x="501683" y="42994"/>
                  </a:cubicBezTo>
                  <a:cubicBezTo>
                    <a:pt x="497004" y="52352"/>
                    <a:pt x="492325" y="59370"/>
                    <a:pt x="482968" y="71067"/>
                  </a:cubicBezTo>
                  <a:cubicBezTo>
                    <a:pt x="485307" y="71067"/>
                    <a:pt x="499344" y="66388"/>
                    <a:pt x="508701" y="85103"/>
                  </a:cubicBezTo>
                  <a:cubicBezTo>
                    <a:pt x="574204" y="178679"/>
                    <a:pt x="630350" y="248861"/>
                    <a:pt x="791768" y="288631"/>
                  </a:cubicBezTo>
                  <a:cubicBezTo>
                    <a:pt x="843235" y="297989"/>
                    <a:pt x="883005" y="297989"/>
                    <a:pt x="925114" y="305007"/>
                  </a:cubicBezTo>
                  <a:cubicBezTo>
                    <a:pt x="967223" y="314365"/>
                    <a:pt x="978920" y="335419"/>
                    <a:pt x="981260" y="365831"/>
                  </a:cubicBezTo>
                  <a:cubicBezTo>
                    <a:pt x="983599" y="400922"/>
                    <a:pt x="953187" y="419638"/>
                    <a:pt x="929793" y="428995"/>
                  </a:cubicBezTo>
                  <a:cubicBezTo>
                    <a:pt x="726265" y="494498"/>
                    <a:pt x="611635" y="482801"/>
                    <a:pt x="475950" y="424316"/>
                  </a:cubicBezTo>
                  <a:cubicBezTo>
                    <a:pt x="412786" y="396244"/>
                    <a:pt x="370677" y="405601"/>
                    <a:pt x="302834" y="414959"/>
                  </a:cubicBezTo>
                  <a:cubicBezTo>
                    <a:pt x="237331" y="424316"/>
                    <a:pt x="169488" y="410280"/>
                    <a:pt x="108664" y="393904"/>
                  </a:cubicBezTo>
                  <a:cubicBezTo>
                    <a:pt x="87609" y="386886"/>
                    <a:pt x="38482" y="382207"/>
                    <a:pt x="59536" y="328401"/>
                  </a:cubicBezTo>
                  <a:cubicBezTo>
                    <a:pt x="57197" y="272255"/>
                    <a:pt x="59536" y="213770"/>
                    <a:pt x="57197" y="213770"/>
                  </a:cubicBezTo>
                  <a:cubicBezTo>
                    <a:pt x="59536" y="197395"/>
                    <a:pt x="66555" y="188037"/>
                    <a:pt x="80591" y="141249"/>
                  </a:cubicBezTo>
                  <a:cubicBezTo>
                    <a:pt x="73573" y="136570"/>
                    <a:pt x="75912" y="138910"/>
                    <a:pt x="68894" y="134231"/>
                  </a:cubicBezTo>
                  <a:cubicBezTo>
                    <a:pt x="66555" y="157625"/>
                    <a:pt x="52518" y="176340"/>
                    <a:pt x="50179" y="199734"/>
                  </a:cubicBezTo>
                  <a:cubicBezTo>
                    <a:pt x="45500" y="237164"/>
                    <a:pt x="45500" y="272255"/>
                    <a:pt x="50179" y="309686"/>
                  </a:cubicBezTo>
                  <a:cubicBezTo>
                    <a:pt x="43161" y="344777"/>
                    <a:pt x="29124" y="384547"/>
                    <a:pt x="80591" y="403262"/>
                  </a:cubicBezTo>
                  <a:cubicBezTo>
                    <a:pt x="157791" y="428995"/>
                    <a:pt x="234991" y="445371"/>
                    <a:pt x="314531" y="431335"/>
                  </a:cubicBezTo>
                  <a:cubicBezTo>
                    <a:pt x="375355" y="419638"/>
                    <a:pt x="431501" y="421977"/>
                    <a:pt x="487647" y="447710"/>
                  </a:cubicBezTo>
                  <a:cubicBezTo>
                    <a:pt x="642047" y="520232"/>
                    <a:pt x="796447" y="501517"/>
                    <a:pt x="950847" y="445371"/>
                  </a:cubicBezTo>
                  <a:cubicBezTo>
                    <a:pt x="997635" y="421977"/>
                    <a:pt x="1004654" y="389225"/>
                    <a:pt x="1002314" y="349456"/>
                  </a:cubicBezTo>
                  <a:close/>
                </a:path>
              </a:pathLst>
            </a:custGeom>
            <a:solidFill>
              <a:srgbClr val="504D4D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D077706-F8C3-44E5-98DC-68ABBA0EA8D9}"/>
                </a:ext>
              </a:extLst>
            </p:cNvPr>
            <p:cNvSpPr/>
            <p:nvPr/>
          </p:nvSpPr>
          <p:spPr>
            <a:xfrm>
              <a:off x="1518804" y="372794"/>
              <a:ext cx="697375" cy="591712"/>
            </a:xfrm>
            <a:custGeom>
              <a:avLst/>
              <a:gdLst>
                <a:gd name="connsiteX0" fmla="*/ 49058 w 772001"/>
                <a:gd name="connsiteY0" fmla="*/ 434054 h 655031"/>
                <a:gd name="connsiteX1" fmla="*/ 105204 w 772001"/>
                <a:gd name="connsiteY1" fmla="*/ 160344 h 655031"/>
                <a:gd name="connsiteX2" fmla="*/ 233871 w 772001"/>
                <a:gd name="connsiteY2" fmla="*/ 85484 h 655031"/>
                <a:gd name="connsiteX3" fmla="*/ 285338 w 772001"/>
                <a:gd name="connsiteY3" fmla="*/ 69108 h 655031"/>
                <a:gd name="connsiteX4" fmla="*/ 399968 w 772001"/>
                <a:gd name="connsiteY4" fmla="*/ 57411 h 655031"/>
                <a:gd name="connsiteX5" fmla="*/ 552029 w 772001"/>
                <a:gd name="connsiteY5" fmla="*/ 104199 h 655031"/>
                <a:gd name="connsiteX6" fmla="*/ 736842 w 772001"/>
                <a:gd name="connsiteY6" fmla="*/ 314745 h 655031"/>
                <a:gd name="connsiteX7" fmla="*/ 701751 w 772001"/>
                <a:gd name="connsiteY7" fmla="*/ 424697 h 655031"/>
                <a:gd name="connsiteX8" fmla="*/ 666660 w 772001"/>
                <a:gd name="connsiteY8" fmla="*/ 452769 h 655031"/>
                <a:gd name="connsiteX9" fmla="*/ 495883 w 772001"/>
                <a:gd name="connsiteY9" fmla="*/ 396624 h 655031"/>
                <a:gd name="connsiteX10" fmla="*/ 360198 w 772001"/>
                <a:gd name="connsiteY10" fmla="*/ 431715 h 655031"/>
                <a:gd name="connsiteX11" fmla="*/ 275980 w 772001"/>
                <a:gd name="connsiteY11" fmla="*/ 499557 h 655031"/>
                <a:gd name="connsiteX12" fmla="*/ 236210 w 772001"/>
                <a:gd name="connsiteY12" fmla="*/ 541667 h 655031"/>
                <a:gd name="connsiteX13" fmla="*/ 231531 w 772001"/>
                <a:gd name="connsiteY13" fmla="*/ 576758 h 655031"/>
                <a:gd name="connsiteX14" fmla="*/ 198780 w 772001"/>
                <a:gd name="connsiteY14" fmla="*/ 616527 h 655031"/>
                <a:gd name="connsiteX15" fmla="*/ 175386 w 772001"/>
                <a:gd name="connsiteY15" fmla="*/ 576758 h 655031"/>
                <a:gd name="connsiteX16" fmla="*/ 53737 w 772001"/>
                <a:gd name="connsiteY16" fmla="*/ 478503 h 655031"/>
                <a:gd name="connsiteX17" fmla="*/ 49058 w 772001"/>
                <a:gd name="connsiteY17" fmla="*/ 434054 h 65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72001" h="655031">
                  <a:moveTo>
                    <a:pt x="49058" y="434054"/>
                  </a:moveTo>
                  <a:cubicBezTo>
                    <a:pt x="28004" y="335799"/>
                    <a:pt x="65434" y="244563"/>
                    <a:pt x="105204" y="160344"/>
                  </a:cubicBezTo>
                  <a:cubicBezTo>
                    <a:pt x="123919" y="118235"/>
                    <a:pt x="173046" y="80805"/>
                    <a:pt x="233871" y="85484"/>
                  </a:cubicBezTo>
                  <a:cubicBezTo>
                    <a:pt x="254925" y="87823"/>
                    <a:pt x="268962" y="83144"/>
                    <a:pt x="285338" y="69108"/>
                  </a:cubicBezTo>
                  <a:cubicBezTo>
                    <a:pt x="318089" y="43375"/>
                    <a:pt x="353180" y="31678"/>
                    <a:pt x="399968" y="57411"/>
                  </a:cubicBezTo>
                  <a:cubicBezTo>
                    <a:pt x="446756" y="80805"/>
                    <a:pt x="502902" y="83144"/>
                    <a:pt x="552029" y="104199"/>
                  </a:cubicBezTo>
                  <a:cubicBezTo>
                    <a:pt x="650284" y="143969"/>
                    <a:pt x="708769" y="216490"/>
                    <a:pt x="736842" y="314745"/>
                  </a:cubicBezTo>
                  <a:cubicBezTo>
                    <a:pt x="748539" y="356854"/>
                    <a:pt x="736842" y="396624"/>
                    <a:pt x="701751" y="424697"/>
                  </a:cubicBezTo>
                  <a:cubicBezTo>
                    <a:pt x="692393" y="438733"/>
                    <a:pt x="683035" y="450430"/>
                    <a:pt x="666660" y="452769"/>
                  </a:cubicBezTo>
                  <a:cubicBezTo>
                    <a:pt x="605835" y="448091"/>
                    <a:pt x="547350" y="434054"/>
                    <a:pt x="495883" y="396624"/>
                  </a:cubicBezTo>
                  <a:cubicBezTo>
                    <a:pt x="442077" y="356854"/>
                    <a:pt x="385932" y="373230"/>
                    <a:pt x="360198" y="431715"/>
                  </a:cubicBezTo>
                  <a:cubicBezTo>
                    <a:pt x="343823" y="469145"/>
                    <a:pt x="322768" y="499557"/>
                    <a:pt x="275980" y="499557"/>
                  </a:cubicBezTo>
                  <a:cubicBezTo>
                    <a:pt x="247907" y="499557"/>
                    <a:pt x="236210" y="515933"/>
                    <a:pt x="236210" y="541667"/>
                  </a:cubicBezTo>
                  <a:cubicBezTo>
                    <a:pt x="236210" y="553364"/>
                    <a:pt x="236210" y="565061"/>
                    <a:pt x="231531" y="576758"/>
                  </a:cubicBezTo>
                  <a:cubicBezTo>
                    <a:pt x="226853" y="595473"/>
                    <a:pt x="217495" y="616527"/>
                    <a:pt x="198780" y="616527"/>
                  </a:cubicBezTo>
                  <a:cubicBezTo>
                    <a:pt x="177725" y="616527"/>
                    <a:pt x="177725" y="593133"/>
                    <a:pt x="175386" y="576758"/>
                  </a:cubicBezTo>
                  <a:cubicBezTo>
                    <a:pt x="161349" y="511254"/>
                    <a:pt x="109883" y="492539"/>
                    <a:pt x="53737" y="478503"/>
                  </a:cubicBezTo>
                  <a:cubicBezTo>
                    <a:pt x="39701" y="466806"/>
                    <a:pt x="46719" y="450430"/>
                    <a:pt x="49058" y="434054"/>
                  </a:cubicBezTo>
                  <a:close/>
                </a:path>
              </a:pathLst>
            </a:custGeom>
            <a:solidFill>
              <a:srgbClr val="0D0402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FFF034E-BBC1-4401-B7A9-9B8CF0159D61}"/>
                </a:ext>
              </a:extLst>
            </p:cNvPr>
            <p:cNvSpPr/>
            <p:nvPr/>
          </p:nvSpPr>
          <p:spPr>
            <a:xfrm>
              <a:off x="1389934" y="5990176"/>
              <a:ext cx="443784" cy="528315"/>
            </a:xfrm>
            <a:custGeom>
              <a:avLst/>
              <a:gdLst>
                <a:gd name="connsiteX0" fmla="*/ 439696 w 491273"/>
                <a:gd name="connsiteY0" fmla="*/ 361153 h 584849"/>
                <a:gd name="connsiteX1" fmla="*/ 418641 w 491273"/>
                <a:gd name="connsiteY1" fmla="*/ 251201 h 584849"/>
                <a:gd name="connsiteX2" fmla="*/ 418641 w 491273"/>
                <a:gd name="connsiteY2" fmla="*/ 117855 h 584849"/>
                <a:gd name="connsiteX3" fmla="*/ 423320 w 491273"/>
                <a:gd name="connsiteY3" fmla="*/ 50013 h 584849"/>
                <a:gd name="connsiteX4" fmla="*/ 397587 w 491273"/>
                <a:gd name="connsiteY4" fmla="*/ 42994 h 584849"/>
                <a:gd name="connsiteX5" fmla="*/ 399926 w 491273"/>
                <a:gd name="connsiteY5" fmla="*/ 117855 h 584849"/>
                <a:gd name="connsiteX6" fmla="*/ 404605 w 491273"/>
                <a:gd name="connsiteY6" fmla="*/ 279274 h 584849"/>
                <a:gd name="connsiteX7" fmla="*/ 432678 w 491273"/>
                <a:gd name="connsiteY7" fmla="*/ 426656 h 584849"/>
                <a:gd name="connsiteX8" fmla="*/ 357817 w 491273"/>
                <a:gd name="connsiteY8" fmla="*/ 522571 h 584849"/>
                <a:gd name="connsiteX9" fmla="*/ 107501 w 491273"/>
                <a:gd name="connsiteY9" fmla="*/ 515553 h 584849"/>
                <a:gd name="connsiteX10" fmla="*/ 72410 w 491273"/>
                <a:gd name="connsiteY10" fmla="*/ 370510 h 584849"/>
                <a:gd name="connsiteX11" fmla="*/ 116859 w 491273"/>
                <a:gd name="connsiteY11" fmla="*/ 232486 h 584849"/>
                <a:gd name="connsiteX12" fmla="*/ 126216 w 491273"/>
                <a:gd name="connsiteY12" fmla="*/ 61710 h 584849"/>
                <a:gd name="connsiteX13" fmla="*/ 105162 w 491273"/>
                <a:gd name="connsiteY13" fmla="*/ 64050 h 584849"/>
                <a:gd name="connsiteX14" fmla="*/ 105162 w 491273"/>
                <a:gd name="connsiteY14" fmla="*/ 225468 h 584849"/>
                <a:gd name="connsiteX15" fmla="*/ 105162 w 491273"/>
                <a:gd name="connsiteY15" fmla="*/ 225468 h 584849"/>
                <a:gd name="connsiteX16" fmla="*/ 105162 w 491273"/>
                <a:gd name="connsiteY16" fmla="*/ 225468 h 584849"/>
                <a:gd name="connsiteX17" fmla="*/ 56034 w 491273"/>
                <a:gd name="connsiteY17" fmla="*/ 372850 h 584849"/>
                <a:gd name="connsiteX18" fmla="*/ 98143 w 491273"/>
                <a:gd name="connsiteY18" fmla="*/ 531929 h 584849"/>
                <a:gd name="connsiteX19" fmla="*/ 98143 w 491273"/>
                <a:gd name="connsiteY19" fmla="*/ 531929 h 584849"/>
                <a:gd name="connsiteX20" fmla="*/ 177683 w 491273"/>
                <a:gd name="connsiteY20" fmla="*/ 543626 h 584849"/>
                <a:gd name="connsiteX21" fmla="*/ 353138 w 491273"/>
                <a:gd name="connsiteY21" fmla="*/ 543626 h 584849"/>
                <a:gd name="connsiteX22" fmla="*/ 453732 w 491273"/>
                <a:gd name="connsiteY22" fmla="*/ 440692 h 584849"/>
                <a:gd name="connsiteX23" fmla="*/ 439696 w 491273"/>
                <a:gd name="connsiteY23" fmla="*/ 361153 h 58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91273" h="584849">
                  <a:moveTo>
                    <a:pt x="439696" y="361153"/>
                  </a:moveTo>
                  <a:cubicBezTo>
                    <a:pt x="427999" y="326062"/>
                    <a:pt x="420981" y="288631"/>
                    <a:pt x="418641" y="251201"/>
                  </a:cubicBezTo>
                  <a:cubicBezTo>
                    <a:pt x="413962" y="197395"/>
                    <a:pt x="418641" y="171661"/>
                    <a:pt x="418641" y="117855"/>
                  </a:cubicBezTo>
                  <a:cubicBezTo>
                    <a:pt x="418641" y="92122"/>
                    <a:pt x="416302" y="71067"/>
                    <a:pt x="423320" y="50013"/>
                  </a:cubicBezTo>
                  <a:cubicBezTo>
                    <a:pt x="413962" y="50013"/>
                    <a:pt x="409284" y="45334"/>
                    <a:pt x="397587" y="42994"/>
                  </a:cubicBezTo>
                  <a:cubicBezTo>
                    <a:pt x="397587" y="57031"/>
                    <a:pt x="402265" y="108498"/>
                    <a:pt x="399926" y="117855"/>
                  </a:cubicBezTo>
                  <a:cubicBezTo>
                    <a:pt x="392908" y="183358"/>
                    <a:pt x="399926" y="244183"/>
                    <a:pt x="404605" y="279274"/>
                  </a:cubicBezTo>
                  <a:cubicBezTo>
                    <a:pt x="416302" y="328401"/>
                    <a:pt x="427999" y="372850"/>
                    <a:pt x="432678" y="426656"/>
                  </a:cubicBezTo>
                  <a:cubicBezTo>
                    <a:pt x="437356" y="489820"/>
                    <a:pt x="418641" y="508535"/>
                    <a:pt x="357817" y="522571"/>
                  </a:cubicBezTo>
                  <a:cubicBezTo>
                    <a:pt x="304011" y="534268"/>
                    <a:pt x="180022" y="536608"/>
                    <a:pt x="107501" y="515553"/>
                  </a:cubicBezTo>
                  <a:cubicBezTo>
                    <a:pt x="74749" y="508535"/>
                    <a:pt x="37319" y="452389"/>
                    <a:pt x="72410" y="370510"/>
                  </a:cubicBezTo>
                  <a:cubicBezTo>
                    <a:pt x="86446" y="337759"/>
                    <a:pt x="112180" y="255880"/>
                    <a:pt x="116859" y="232486"/>
                  </a:cubicBezTo>
                  <a:cubicBezTo>
                    <a:pt x="133234" y="178680"/>
                    <a:pt x="133234" y="124873"/>
                    <a:pt x="126216" y="61710"/>
                  </a:cubicBezTo>
                  <a:cubicBezTo>
                    <a:pt x="119198" y="61710"/>
                    <a:pt x="112180" y="64050"/>
                    <a:pt x="105162" y="64050"/>
                  </a:cubicBezTo>
                  <a:cubicBezTo>
                    <a:pt x="119198" y="122535"/>
                    <a:pt x="112180" y="183358"/>
                    <a:pt x="105162" y="225468"/>
                  </a:cubicBezTo>
                  <a:lnTo>
                    <a:pt x="105162" y="225468"/>
                  </a:lnTo>
                  <a:cubicBezTo>
                    <a:pt x="105162" y="225468"/>
                    <a:pt x="105162" y="225468"/>
                    <a:pt x="105162" y="225468"/>
                  </a:cubicBezTo>
                  <a:cubicBezTo>
                    <a:pt x="91125" y="274595"/>
                    <a:pt x="74749" y="326062"/>
                    <a:pt x="56034" y="372850"/>
                  </a:cubicBezTo>
                  <a:cubicBezTo>
                    <a:pt x="27961" y="443032"/>
                    <a:pt x="46677" y="503856"/>
                    <a:pt x="98143" y="531929"/>
                  </a:cubicBezTo>
                  <a:lnTo>
                    <a:pt x="98143" y="531929"/>
                  </a:lnTo>
                  <a:cubicBezTo>
                    <a:pt x="123877" y="541287"/>
                    <a:pt x="149610" y="543626"/>
                    <a:pt x="177683" y="543626"/>
                  </a:cubicBezTo>
                  <a:cubicBezTo>
                    <a:pt x="240847" y="550644"/>
                    <a:pt x="294653" y="548305"/>
                    <a:pt x="353138" y="543626"/>
                  </a:cubicBezTo>
                  <a:cubicBezTo>
                    <a:pt x="435017" y="534268"/>
                    <a:pt x="453732" y="517893"/>
                    <a:pt x="453732" y="440692"/>
                  </a:cubicBezTo>
                  <a:cubicBezTo>
                    <a:pt x="451393" y="417298"/>
                    <a:pt x="446714" y="389226"/>
                    <a:pt x="439696" y="361153"/>
                  </a:cubicBezTo>
                  <a:close/>
                </a:path>
              </a:pathLst>
            </a:custGeom>
            <a:solidFill>
              <a:srgbClr val="5D5A5A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7BC015A-62B2-42A2-A1CD-0EC6EBDE550A}"/>
                </a:ext>
              </a:extLst>
            </p:cNvPr>
            <p:cNvSpPr/>
            <p:nvPr/>
          </p:nvSpPr>
          <p:spPr>
            <a:xfrm>
              <a:off x="988313" y="705022"/>
              <a:ext cx="1914616" cy="1929923"/>
            </a:xfrm>
            <a:custGeom>
              <a:avLst/>
              <a:gdLst>
                <a:gd name="connsiteX0" fmla="*/ 1895064 w 1914616"/>
                <a:gd name="connsiteY0" fmla="*/ 1476543 h 1929923"/>
                <a:gd name="connsiteX1" fmla="*/ 1912499 w 1914616"/>
                <a:gd name="connsiteY1" fmla="*/ 1486317 h 1929923"/>
                <a:gd name="connsiteX2" fmla="*/ 1893480 w 1914616"/>
                <a:gd name="connsiteY2" fmla="*/ 1518016 h 1929923"/>
                <a:gd name="connsiteX3" fmla="*/ 1597623 w 1914616"/>
                <a:gd name="connsiteY3" fmla="*/ 1777947 h 1929923"/>
                <a:gd name="connsiteX4" fmla="*/ 1415882 w 1914616"/>
                <a:gd name="connsiteY4" fmla="*/ 1902629 h 1929923"/>
                <a:gd name="connsiteX5" fmla="*/ 1299653 w 1914616"/>
                <a:gd name="connsiteY5" fmla="*/ 1832892 h 1929923"/>
                <a:gd name="connsiteX6" fmla="*/ 1453921 w 1914616"/>
                <a:gd name="connsiteY6" fmla="*/ 1627905 h 1929923"/>
                <a:gd name="connsiteX7" fmla="*/ 1481394 w 1914616"/>
                <a:gd name="connsiteY7" fmla="*/ 1617339 h 1929923"/>
                <a:gd name="connsiteX8" fmla="*/ 1472941 w 1914616"/>
                <a:gd name="connsiteY8" fmla="*/ 1598319 h 1929923"/>
                <a:gd name="connsiteX9" fmla="*/ 1441242 w 1914616"/>
                <a:gd name="connsiteY9" fmla="*/ 1564507 h 1929923"/>
                <a:gd name="connsiteX10" fmla="*/ 1496186 w 1914616"/>
                <a:gd name="connsiteY10" fmla="*/ 1560281 h 1929923"/>
                <a:gd name="connsiteX11" fmla="*/ 1553244 w 1914616"/>
                <a:gd name="connsiteY11" fmla="*/ 1583527 h 1929923"/>
                <a:gd name="connsiteX12" fmla="*/ 1553244 w 1914616"/>
                <a:gd name="connsiteY12" fmla="*/ 1541262 h 1929923"/>
                <a:gd name="connsiteX13" fmla="*/ 1606076 w 1914616"/>
                <a:gd name="connsiteY13" fmla="*/ 1541262 h 1929923"/>
                <a:gd name="connsiteX14" fmla="*/ 1707512 w 1914616"/>
                <a:gd name="connsiteY14" fmla="*/ 1539148 h 1929923"/>
                <a:gd name="connsiteX15" fmla="*/ 1815289 w 1914616"/>
                <a:gd name="connsiteY15" fmla="*/ 1515903 h 1929923"/>
                <a:gd name="connsiteX16" fmla="*/ 1874460 w 1914616"/>
                <a:gd name="connsiteY16" fmla="*/ 1477864 h 1929923"/>
                <a:gd name="connsiteX17" fmla="*/ 1895064 w 1914616"/>
                <a:gd name="connsiteY17" fmla="*/ 1476543 h 1929923"/>
                <a:gd name="connsiteX18" fmla="*/ 1244180 w 1914616"/>
                <a:gd name="connsiteY18" fmla="*/ 1396504 h 1929923"/>
                <a:gd name="connsiteX19" fmla="*/ 1430676 w 1914616"/>
                <a:gd name="connsiteY19" fmla="*/ 1431372 h 1929923"/>
                <a:gd name="connsiteX20" fmla="*/ 1443355 w 1914616"/>
                <a:gd name="connsiteY20" fmla="*/ 1441939 h 1929923"/>
                <a:gd name="connsiteX21" fmla="*/ 1428562 w 1914616"/>
                <a:gd name="connsiteY21" fmla="*/ 1456732 h 1929923"/>
                <a:gd name="connsiteX22" fmla="*/ 1363051 w 1914616"/>
                <a:gd name="connsiteY22" fmla="*/ 1463072 h 1929923"/>
                <a:gd name="connsiteX23" fmla="*/ 1286973 w 1914616"/>
                <a:gd name="connsiteY23" fmla="*/ 1450392 h 1929923"/>
                <a:gd name="connsiteX24" fmla="*/ 1198217 w 1914616"/>
                <a:gd name="connsiteY24" fmla="*/ 1446166 h 1929923"/>
                <a:gd name="connsiteX25" fmla="*/ 1286973 w 1914616"/>
                <a:gd name="connsiteY25" fmla="*/ 1467298 h 1929923"/>
                <a:gd name="connsiteX26" fmla="*/ 1240482 w 1914616"/>
                <a:gd name="connsiteY26" fmla="*/ 1496883 h 1929923"/>
                <a:gd name="connsiteX27" fmla="*/ 1147498 w 1914616"/>
                <a:gd name="connsiteY27" fmla="*/ 1486317 h 1929923"/>
                <a:gd name="connsiteX28" fmla="*/ 1109460 w 1914616"/>
                <a:gd name="connsiteY28" fmla="*/ 1494770 h 1929923"/>
                <a:gd name="connsiteX29" fmla="*/ 1147498 w 1914616"/>
                <a:gd name="connsiteY29" fmla="*/ 1496883 h 1929923"/>
                <a:gd name="connsiteX30" fmla="*/ 1210896 w 1914616"/>
                <a:gd name="connsiteY30" fmla="*/ 1513790 h 1929923"/>
                <a:gd name="connsiteX31" fmla="*/ 1073535 w 1914616"/>
                <a:gd name="connsiteY31" fmla="*/ 1551829 h 1929923"/>
                <a:gd name="connsiteX32" fmla="*/ 898134 w 1914616"/>
                <a:gd name="connsiteY32" fmla="*/ 1581414 h 1929923"/>
                <a:gd name="connsiteX33" fmla="*/ 862209 w 1914616"/>
                <a:gd name="connsiteY33" fmla="*/ 1606773 h 1929923"/>
                <a:gd name="connsiteX34" fmla="*/ 813604 w 1914616"/>
                <a:gd name="connsiteY34" fmla="*/ 1638472 h 1929923"/>
                <a:gd name="connsiteX35" fmla="*/ 678355 w 1914616"/>
                <a:gd name="connsiteY35" fmla="*/ 1720889 h 1929923"/>
                <a:gd name="connsiteX36" fmla="*/ 342348 w 1914616"/>
                <a:gd name="connsiteY36" fmla="*/ 1870931 h 1929923"/>
                <a:gd name="connsiteX37" fmla="*/ 156381 w 1914616"/>
                <a:gd name="connsiteY37" fmla="*/ 1917423 h 1929923"/>
                <a:gd name="connsiteX38" fmla="*/ 57058 w 1914616"/>
                <a:gd name="connsiteY38" fmla="*/ 1908969 h 1929923"/>
                <a:gd name="connsiteX39" fmla="*/ 0 w 1914616"/>
                <a:gd name="connsiteY39" fmla="*/ 1809646 h 1929923"/>
                <a:gd name="connsiteX40" fmla="*/ 112003 w 1914616"/>
                <a:gd name="connsiteY40" fmla="*/ 1691303 h 1929923"/>
                <a:gd name="connsiteX41" fmla="*/ 416312 w 1914616"/>
                <a:gd name="connsiteY41" fmla="*/ 1598320 h 1929923"/>
                <a:gd name="connsiteX42" fmla="*/ 608618 w 1914616"/>
                <a:gd name="connsiteY42" fmla="*/ 1566621 h 1929923"/>
                <a:gd name="connsiteX43" fmla="*/ 836849 w 1914616"/>
                <a:gd name="connsiteY43" fmla="*/ 1511676 h 1929923"/>
                <a:gd name="connsiteX44" fmla="*/ 1048175 w 1914616"/>
                <a:gd name="connsiteY44" fmla="*/ 1412353 h 1929923"/>
                <a:gd name="connsiteX45" fmla="*/ 1244180 w 1914616"/>
                <a:gd name="connsiteY45" fmla="*/ 1396504 h 1929923"/>
                <a:gd name="connsiteX46" fmla="*/ 946179 w 1914616"/>
                <a:gd name="connsiteY46" fmla="*/ 991 h 1929923"/>
                <a:gd name="connsiteX47" fmla="*/ 982666 w 1914616"/>
                <a:gd name="connsiteY47" fmla="*/ 18162 h 1929923"/>
                <a:gd name="connsiteX48" fmla="*/ 1151726 w 1914616"/>
                <a:gd name="connsiteY48" fmla="*/ 70993 h 1929923"/>
                <a:gd name="connsiteX49" fmla="*/ 1155953 w 1914616"/>
                <a:gd name="connsiteY49" fmla="*/ 111145 h 1929923"/>
                <a:gd name="connsiteX50" fmla="*/ 1155953 w 1914616"/>
                <a:gd name="connsiteY50" fmla="*/ 208355 h 1929923"/>
                <a:gd name="connsiteX51" fmla="*/ 1117914 w 1914616"/>
                <a:gd name="connsiteY51" fmla="*/ 373189 h 1929923"/>
                <a:gd name="connsiteX52" fmla="*/ 1067196 w 1914616"/>
                <a:gd name="connsiteY52" fmla="*/ 493645 h 1929923"/>
                <a:gd name="connsiteX53" fmla="*/ 1016478 w 1914616"/>
                <a:gd name="connsiteY53" fmla="*/ 563382 h 1929923"/>
                <a:gd name="connsiteX54" fmla="*/ 989006 w 1914616"/>
                <a:gd name="connsiteY54" fmla="*/ 624667 h 1929923"/>
                <a:gd name="connsiteX55" fmla="*/ 965495 w 1914616"/>
                <a:gd name="connsiteY55" fmla="*/ 646328 h 1929923"/>
                <a:gd name="connsiteX56" fmla="*/ 959415 w 1914616"/>
                <a:gd name="connsiteY56" fmla="*/ 645000 h 1929923"/>
                <a:gd name="connsiteX57" fmla="*/ 880948 w 1914616"/>
                <a:gd name="connsiteY57" fmla="*/ 615551 h 1929923"/>
                <a:gd name="connsiteX58" fmla="*/ 856567 w 1914616"/>
                <a:gd name="connsiteY58" fmla="*/ 604576 h 1929923"/>
                <a:gd name="connsiteX59" fmla="*/ 773453 w 1914616"/>
                <a:gd name="connsiteY59" fmla="*/ 559156 h 1929923"/>
                <a:gd name="connsiteX60" fmla="*/ 846625 w 1914616"/>
                <a:gd name="connsiteY60" fmla="*/ 600101 h 1929923"/>
                <a:gd name="connsiteX61" fmla="*/ 856567 w 1914616"/>
                <a:gd name="connsiteY61" fmla="*/ 604576 h 1929923"/>
                <a:gd name="connsiteX62" fmla="*/ 867229 w 1914616"/>
                <a:gd name="connsiteY62" fmla="*/ 610403 h 1929923"/>
                <a:gd name="connsiteX63" fmla="*/ 880948 w 1914616"/>
                <a:gd name="connsiteY63" fmla="*/ 615551 h 1929923"/>
                <a:gd name="connsiteX64" fmla="*/ 934060 w 1914616"/>
                <a:gd name="connsiteY64" fmla="*/ 639460 h 1929923"/>
                <a:gd name="connsiteX65" fmla="*/ 959415 w 1914616"/>
                <a:gd name="connsiteY65" fmla="*/ 645000 h 1929923"/>
                <a:gd name="connsiteX66" fmla="*/ 978439 w 1914616"/>
                <a:gd name="connsiteY66" fmla="*/ 652139 h 1929923"/>
                <a:gd name="connsiteX67" fmla="*/ 984779 w 1914616"/>
                <a:gd name="connsiteY67" fmla="*/ 662705 h 1929923"/>
                <a:gd name="connsiteX68" fmla="*/ 955193 w 1914616"/>
                <a:gd name="connsiteY68" fmla="*/ 918410 h 1929923"/>
                <a:gd name="connsiteX69" fmla="*/ 938287 w 1914616"/>
                <a:gd name="connsiteY69" fmla="*/ 994487 h 1929923"/>
                <a:gd name="connsiteX70" fmla="*/ 921381 w 1914616"/>
                <a:gd name="connsiteY70" fmla="*/ 1030413 h 1929923"/>
                <a:gd name="connsiteX71" fmla="*/ 754433 w 1914616"/>
                <a:gd name="connsiteY71" fmla="*/ 797954 h 1929923"/>
                <a:gd name="connsiteX72" fmla="*/ 655111 w 1914616"/>
                <a:gd name="connsiteY72" fmla="*/ 728217 h 1929923"/>
                <a:gd name="connsiteX73" fmla="*/ 579033 w 1914616"/>
                <a:gd name="connsiteY73" fmla="*/ 508438 h 1929923"/>
                <a:gd name="connsiteX74" fmla="*/ 616511 w 1914616"/>
                <a:gd name="connsiteY74" fmla="*/ 312772 h 1929923"/>
                <a:gd name="connsiteX75" fmla="*/ 699489 w 1914616"/>
                <a:gd name="connsiteY75" fmla="*/ 333037 h 1929923"/>
                <a:gd name="connsiteX76" fmla="*/ 614958 w 1914616"/>
                <a:gd name="connsiteY76" fmla="*/ 265413 h 1929923"/>
                <a:gd name="connsiteX77" fmla="*/ 585372 w 1914616"/>
                <a:gd name="connsiteY77" fmla="*/ 197789 h 1929923"/>
                <a:gd name="connsiteX78" fmla="*/ 576920 w 1914616"/>
                <a:gd name="connsiteY78" fmla="*/ 101013 h 1929923"/>
                <a:gd name="connsiteX79" fmla="*/ 710055 w 1914616"/>
                <a:gd name="connsiteY79" fmla="*/ 229487 h 1929923"/>
                <a:gd name="connsiteX80" fmla="*/ 737527 w 1914616"/>
                <a:gd name="connsiteY80" fmla="*/ 157637 h 1929923"/>
                <a:gd name="connsiteX81" fmla="*/ 777680 w 1914616"/>
                <a:gd name="connsiteY81" fmla="*/ 115372 h 1929923"/>
                <a:gd name="connsiteX82" fmla="*/ 853757 w 1914616"/>
                <a:gd name="connsiteY82" fmla="*/ 60427 h 1929923"/>
                <a:gd name="connsiteX83" fmla="*/ 946179 w 1914616"/>
                <a:gd name="connsiteY83" fmla="*/ 991 h 1929923"/>
                <a:gd name="connsiteX0" fmla="*/ 1895064 w 1914616"/>
                <a:gd name="connsiteY0" fmla="*/ 1476543 h 1929923"/>
                <a:gd name="connsiteX1" fmla="*/ 1912499 w 1914616"/>
                <a:gd name="connsiteY1" fmla="*/ 1486317 h 1929923"/>
                <a:gd name="connsiteX2" fmla="*/ 1893480 w 1914616"/>
                <a:gd name="connsiteY2" fmla="*/ 1518016 h 1929923"/>
                <a:gd name="connsiteX3" fmla="*/ 1597623 w 1914616"/>
                <a:gd name="connsiteY3" fmla="*/ 1777947 h 1929923"/>
                <a:gd name="connsiteX4" fmla="*/ 1415882 w 1914616"/>
                <a:gd name="connsiteY4" fmla="*/ 1902629 h 1929923"/>
                <a:gd name="connsiteX5" fmla="*/ 1299653 w 1914616"/>
                <a:gd name="connsiteY5" fmla="*/ 1832892 h 1929923"/>
                <a:gd name="connsiteX6" fmla="*/ 1453921 w 1914616"/>
                <a:gd name="connsiteY6" fmla="*/ 1627905 h 1929923"/>
                <a:gd name="connsiteX7" fmla="*/ 1481394 w 1914616"/>
                <a:gd name="connsiteY7" fmla="*/ 1617339 h 1929923"/>
                <a:gd name="connsiteX8" fmla="*/ 1472941 w 1914616"/>
                <a:gd name="connsiteY8" fmla="*/ 1598319 h 1929923"/>
                <a:gd name="connsiteX9" fmla="*/ 1441242 w 1914616"/>
                <a:gd name="connsiteY9" fmla="*/ 1564507 h 1929923"/>
                <a:gd name="connsiteX10" fmla="*/ 1496186 w 1914616"/>
                <a:gd name="connsiteY10" fmla="*/ 1560281 h 1929923"/>
                <a:gd name="connsiteX11" fmla="*/ 1553244 w 1914616"/>
                <a:gd name="connsiteY11" fmla="*/ 1583527 h 1929923"/>
                <a:gd name="connsiteX12" fmla="*/ 1553244 w 1914616"/>
                <a:gd name="connsiteY12" fmla="*/ 1541262 h 1929923"/>
                <a:gd name="connsiteX13" fmla="*/ 1606076 w 1914616"/>
                <a:gd name="connsiteY13" fmla="*/ 1541262 h 1929923"/>
                <a:gd name="connsiteX14" fmla="*/ 1707512 w 1914616"/>
                <a:gd name="connsiteY14" fmla="*/ 1539148 h 1929923"/>
                <a:gd name="connsiteX15" fmla="*/ 1815289 w 1914616"/>
                <a:gd name="connsiteY15" fmla="*/ 1515903 h 1929923"/>
                <a:gd name="connsiteX16" fmla="*/ 1874460 w 1914616"/>
                <a:gd name="connsiteY16" fmla="*/ 1477864 h 1929923"/>
                <a:gd name="connsiteX17" fmla="*/ 1895064 w 1914616"/>
                <a:gd name="connsiteY17" fmla="*/ 1476543 h 1929923"/>
                <a:gd name="connsiteX18" fmla="*/ 1244180 w 1914616"/>
                <a:gd name="connsiteY18" fmla="*/ 1396504 h 1929923"/>
                <a:gd name="connsiteX19" fmla="*/ 1430676 w 1914616"/>
                <a:gd name="connsiteY19" fmla="*/ 1431372 h 1929923"/>
                <a:gd name="connsiteX20" fmla="*/ 1443355 w 1914616"/>
                <a:gd name="connsiteY20" fmla="*/ 1441939 h 1929923"/>
                <a:gd name="connsiteX21" fmla="*/ 1428562 w 1914616"/>
                <a:gd name="connsiteY21" fmla="*/ 1456732 h 1929923"/>
                <a:gd name="connsiteX22" fmla="*/ 1363051 w 1914616"/>
                <a:gd name="connsiteY22" fmla="*/ 1463072 h 1929923"/>
                <a:gd name="connsiteX23" fmla="*/ 1286973 w 1914616"/>
                <a:gd name="connsiteY23" fmla="*/ 1450392 h 1929923"/>
                <a:gd name="connsiteX24" fmla="*/ 1198217 w 1914616"/>
                <a:gd name="connsiteY24" fmla="*/ 1446166 h 1929923"/>
                <a:gd name="connsiteX25" fmla="*/ 1286973 w 1914616"/>
                <a:gd name="connsiteY25" fmla="*/ 1467298 h 1929923"/>
                <a:gd name="connsiteX26" fmla="*/ 1240482 w 1914616"/>
                <a:gd name="connsiteY26" fmla="*/ 1496883 h 1929923"/>
                <a:gd name="connsiteX27" fmla="*/ 1147498 w 1914616"/>
                <a:gd name="connsiteY27" fmla="*/ 1486317 h 1929923"/>
                <a:gd name="connsiteX28" fmla="*/ 1109460 w 1914616"/>
                <a:gd name="connsiteY28" fmla="*/ 1494770 h 1929923"/>
                <a:gd name="connsiteX29" fmla="*/ 1147498 w 1914616"/>
                <a:gd name="connsiteY29" fmla="*/ 1496883 h 1929923"/>
                <a:gd name="connsiteX30" fmla="*/ 1210896 w 1914616"/>
                <a:gd name="connsiteY30" fmla="*/ 1513790 h 1929923"/>
                <a:gd name="connsiteX31" fmla="*/ 1073535 w 1914616"/>
                <a:gd name="connsiteY31" fmla="*/ 1551829 h 1929923"/>
                <a:gd name="connsiteX32" fmla="*/ 898134 w 1914616"/>
                <a:gd name="connsiteY32" fmla="*/ 1581414 h 1929923"/>
                <a:gd name="connsiteX33" fmla="*/ 862209 w 1914616"/>
                <a:gd name="connsiteY33" fmla="*/ 1606773 h 1929923"/>
                <a:gd name="connsiteX34" fmla="*/ 813604 w 1914616"/>
                <a:gd name="connsiteY34" fmla="*/ 1638472 h 1929923"/>
                <a:gd name="connsiteX35" fmla="*/ 678355 w 1914616"/>
                <a:gd name="connsiteY35" fmla="*/ 1720889 h 1929923"/>
                <a:gd name="connsiteX36" fmla="*/ 342348 w 1914616"/>
                <a:gd name="connsiteY36" fmla="*/ 1870931 h 1929923"/>
                <a:gd name="connsiteX37" fmla="*/ 156381 w 1914616"/>
                <a:gd name="connsiteY37" fmla="*/ 1917423 h 1929923"/>
                <a:gd name="connsiteX38" fmla="*/ 57058 w 1914616"/>
                <a:gd name="connsiteY38" fmla="*/ 1908969 h 1929923"/>
                <a:gd name="connsiteX39" fmla="*/ 0 w 1914616"/>
                <a:gd name="connsiteY39" fmla="*/ 1809646 h 1929923"/>
                <a:gd name="connsiteX40" fmla="*/ 112003 w 1914616"/>
                <a:gd name="connsiteY40" fmla="*/ 1691303 h 1929923"/>
                <a:gd name="connsiteX41" fmla="*/ 416312 w 1914616"/>
                <a:gd name="connsiteY41" fmla="*/ 1598320 h 1929923"/>
                <a:gd name="connsiteX42" fmla="*/ 608618 w 1914616"/>
                <a:gd name="connsiteY42" fmla="*/ 1566621 h 1929923"/>
                <a:gd name="connsiteX43" fmla="*/ 836849 w 1914616"/>
                <a:gd name="connsiteY43" fmla="*/ 1511676 h 1929923"/>
                <a:gd name="connsiteX44" fmla="*/ 1048175 w 1914616"/>
                <a:gd name="connsiteY44" fmla="*/ 1412353 h 1929923"/>
                <a:gd name="connsiteX45" fmla="*/ 1244180 w 1914616"/>
                <a:gd name="connsiteY45" fmla="*/ 1396504 h 1929923"/>
                <a:gd name="connsiteX46" fmla="*/ 946179 w 1914616"/>
                <a:gd name="connsiteY46" fmla="*/ 991 h 1929923"/>
                <a:gd name="connsiteX47" fmla="*/ 982666 w 1914616"/>
                <a:gd name="connsiteY47" fmla="*/ 18162 h 1929923"/>
                <a:gd name="connsiteX48" fmla="*/ 1151726 w 1914616"/>
                <a:gd name="connsiteY48" fmla="*/ 70993 h 1929923"/>
                <a:gd name="connsiteX49" fmla="*/ 1155953 w 1914616"/>
                <a:gd name="connsiteY49" fmla="*/ 111145 h 1929923"/>
                <a:gd name="connsiteX50" fmla="*/ 1155953 w 1914616"/>
                <a:gd name="connsiteY50" fmla="*/ 208355 h 1929923"/>
                <a:gd name="connsiteX51" fmla="*/ 1117914 w 1914616"/>
                <a:gd name="connsiteY51" fmla="*/ 373189 h 1929923"/>
                <a:gd name="connsiteX52" fmla="*/ 1067196 w 1914616"/>
                <a:gd name="connsiteY52" fmla="*/ 493645 h 1929923"/>
                <a:gd name="connsiteX53" fmla="*/ 1016478 w 1914616"/>
                <a:gd name="connsiteY53" fmla="*/ 563382 h 1929923"/>
                <a:gd name="connsiteX54" fmla="*/ 989006 w 1914616"/>
                <a:gd name="connsiteY54" fmla="*/ 624667 h 1929923"/>
                <a:gd name="connsiteX55" fmla="*/ 965495 w 1914616"/>
                <a:gd name="connsiteY55" fmla="*/ 646328 h 1929923"/>
                <a:gd name="connsiteX56" fmla="*/ 959415 w 1914616"/>
                <a:gd name="connsiteY56" fmla="*/ 645000 h 1929923"/>
                <a:gd name="connsiteX57" fmla="*/ 880948 w 1914616"/>
                <a:gd name="connsiteY57" fmla="*/ 615551 h 1929923"/>
                <a:gd name="connsiteX58" fmla="*/ 856567 w 1914616"/>
                <a:gd name="connsiteY58" fmla="*/ 604576 h 1929923"/>
                <a:gd name="connsiteX59" fmla="*/ 773453 w 1914616"/>
                <a:gd name="connsiteY59" fmla="*/ 559156 h 1929923"/>
                <a:gd name="connsiteX60" fmla="*/ 846625 w 1914616"/>
                <a:gd name="connsiteY60" fmla="*/ 600101 h 1929923"/>
                <a:gd name="connsiteX61" fmla="*/ 856567 w 1914616"/>
                <a:gd name="connsiteY61" fmla="*/ 604576 h 1929923"/>
                <a:gd name="connsiteX62" fmla="*/ 867229 w 1914616"/>
                <a:gd name="connsiteY62" fmla="*/ 610403 h 1929923"/>
                <a:gd name="connsiteX63" fmla="*/ 880948 w 1914616"/>
                <a:gd name="connsiteY63" fmla="*/ 615551 h 1929923"/>
                <a:gd name="connsiteX64" fmla="*/ 934060 w 1914616"/>
                <a:gd name="connsiteY64" fmla="*/ 639460 h 1929923"/>
                <a:gd name="connsiteX65" fmla="*/ 959415 w 1914616"/>
                <a:gd name="connsiteY65" fmla="*/ 645000 h 1929923"/>
                <a:gd name="connsiteX66" fmla="*/ 978439 w 1914616"/>
                <a:gd name="connsiteY66" fmla="*/ 652139 h 1929923"/>
                <a:gd name="connsiteX67" fmla="*/ 984779 w 1914616"/>
                <a:gd name="connsiteY67" fmla="*/ 662705 h 1929923"/>
                <a:gd name="connsiteX68" fmla="*/ 955193 w 1914616"/>
                <a:gd name="connsiteY68" fmla="*/ 918410 h 1929923"/>
                <a:gd name="connsiteX69" fmla="*/ 938287 w 1914616"/>
                <a:gd name="connsiteY69" fmla="*/ 994487 h 1929923"/>
                <a:gd name="connsiteX70" fmla="*/ 921381 w 1914616"/>
                <a:gd name="connsiteY70" fmla="*/ 1030413 h 1929923"/>
                <a:gd name="connsiteX71" fmla="*/ 754433 w 1914616"/>
                <a:gd name="connsiteY71" fmla="*/ 797954 h 1929923"/>
                <a:gd name="connsiteX72" fmla="*/ 655111 w 1914616"/>
                <a:gd name="connsiteY72" fmla="*/ 728217 h 1929923"/>
                <a:gd name="connsiteX73" fmla="*/ 579033 w 1914616"/>
                <a:gd name="connsiteY73" fmla="*/ 508438 h 1929923"/>
                <a:gd name="connsiteX74" fmla="*/ 616511 w 1914616"/>
                <a:gd name="connsiteY74" fmla="*/ 312772 h 1929923"/>
                <a:gd name="connsiteX75" fmla="*/ 699489 w 1914616"/>
                <a:gd name="connsiteY75" fmla="*/ 333037 h 1929923"/>
                <a:gd name="connsiteX76" fmla="*/ 614958 w 1914616"/>
                <a:gd name="connsiteY76" fmla="*/ 265413 h 1929923"/>
                <a:gd name="connsiteX77" fmla="*/ 585372 w 1914616"/>
                <a:gd name="connsiteY77" fmla="*/ 197789 h 1929923"/>
                <a:gd name="connsiteX78" fmla="*/ 576920 w 1914616"/>
                <a:gd name="connsiteY78" fmla="*/ 101013 h 1929923"/>
                <a:gd name="connsiteX79" fmla="*/ 710055 w 1914616"/>
                <a:gd name="connsiteY79" fmla="*/ 229487 h 1929923"/>
                <a:gd name="connsiteX80" fmla="*/ 737527 w 1914616"/>
                <a:gd name="connsiteY80" fmla="*/ 157637 h 1929923"/>
                <a:gd name="connsiteX81" fmla="*/ 777680 w 1914616"/>
                <a:gd name="connsiteY81" fmla="*/ 115372 h 1929923"/>
                <a:gd name="connsiteX82" fmla="*/ 853757 w 1914616"/>
                <a:gd name="connsiteY82" fmla="*/ 60427 h 1929923"/>
                <a:gd name="connsiteX83" fmla="*/ 946179 w 1914616"/>
                <a:gd name="connsiteY83" fmla="*/ 991 h 1929923"/>
                <a:gd name="connsiteX0" fmla="*/ 1895064 w 1914616"/>
                <a:gd name="connsiteY0" fmla="*/ 1476543 h 1929923"/>
                <a:gd name="connsiteX1" fmla="*/ 1912499 w 1914616"/>
                <a:gd name="connsiteY1" fmla="*/ 1486317 h 1929923"/>
                <a:gd name="connsiteX2" fmla="*/ 1893480 w 1914616"/>
                <a:gd name="connsiteY2" fmla="*/ 1518016 h 1929923"/>
                <a:gd name="connsiteX3" fmla="*/ 1597623 w 1914616"/>
                <a:gd name="connsiteY3" fmla="*/ 1777947 h 1929923"/>
                <a:gd name="connsiteX4" fmla="*/ 1415882 w 1914616"/>
                <a:gd name="connsiteY4" fmla="*/ 1902629 h 1929923"/>
                <a:gd name="connsiteX5" fmla="*/ 1299653 w 1914616"/>
                <a:gd name="connsiteY5" fmla="*/ 1832892 h 1929923"/>
                <a:gd name="connsiteX6" fmla="*/ 1453921 w 1914616"/>
                <a:gd name="connsiteY6" fmla="*/ 1627905 h 1929923"/>
                <a:gd name="connsiteX7" fmla="*/ 1481394 w 1914616"/>
                <a:gd name="connsiteY7" fmla="*/ 1617339 h 1929923"/>
                <a:gd name="connsiteX8" fmla="*/ 1472941 w 1914616"/>
                <a:gd name="connsiteY8" fmla="*/ 1598319 h 1929923"/>
                <a:gd name="connsiteX9" fmla="*/ 1441242 w 1914616"/>
                <a:gd name="connsiteY9" fmla="*/ 1564507 h 1929923"/>
                <a:gd name="connsiteX10" fmla="*/ 1496186 w 1914616"/>
                <a:gd name="connsiteY10" fmla="*/ 1560281 h 1929923"/>
                <a:gd name="connsiteX11" fmla="*/ 1553244 w 1914616"/>
                <a:gd name="connsiteY11" fmla="*/ 1583527 h 1929923"/>
                <a:gd name="connsiteX12" fmla="*/ 1553244 w 1914616"/>
                <a:gd name="connsiteY12" fmla="*/ 1541262 h 1929923"/>
                <a:gd name="connsiteX13" fmla="*/ 1606076 w 1914616"/>
                <a:gd name="connsiteY13" fmla="*/ 1541262 h 1929923"/>
                <a:gd name="connsiteX14" fmla="*/ 1707512 w 1914616"/>
                <a:gd name="connsiteY14" fmla="*/ 1539148 h 1929923"/>
                <a:gd name="connsiteX15" fmla="*/ 1815289 w 1914616"/>
                <a:gd name="connsiteY15" fmla="*/ 1515903 h 1929923"/>
                <a:gd name="connsiteX16" fmla="*/ 1874460 w 1914616"/>
                <a:gd name="connsiteY16" fmla="*/ 1477864 h 1929923"/>
                <a:gd name="connsiteX17" fmla="*/ 1895064 w 1914616"/>
                <a:gd name="connsiteY17" fmla="*/ 1476543 h 1929923"/>
                <a:gd name="connsiteX18" fmla="*/ 1244180 w 1914616"/>
                <a:gd name="connsiteY18" fmla="*/ 1396504 h 1929923"/>
                <a:gd name="connsiteX19" fmla="*/ 1430676 w 1914616"/>
                <a:gd name="connsiteY19" fmla="*/ 1431372 h 1929923"/>
                <a:gd name="connsiteX20" fmla="*/ 1443355 w 1914616"/>
                <a:gd name="connsiteY20" fmla="*/ 1441939 h 1929923"/>
                <a:gd name="connsiteX21" fmla="*/ 1428562 w 1914616"/>
                <a:gd name="connsiteY21" fmla="*/ 1456732 h 1929923"/>
                <a:gd name="connsiteX22" fmla="*/ 1363051 w 1914616"/>
                <a:gd name="connsiteY22" fmla="*/ 1463072 h 1929923"/>
                <a:gd name="connsiteX23" fmla="*/ 1286973 w 1914616"/>
                <a:gd name="connsiteY23" fmla="*/ 1450392 h 1929923"/>
                <a:gd name="connsiteX24" fmla="*/ 1198217 w 1914616"/>
                <a:gd name="connsiteY24" fmla="*/ 1446166 h 1929923"/>
                <a:gd name="connsiteX25" fmla="*/ 1286973 w 1914616"/>
                <a:gd name="connsiteY25" fmla="*/ 1467298 h 1929923"/>
                <a:gd name="connsiteX26" fmla="*/ 1240482 w 1914616"/>
                <a:gd name="connsiteY26" fmla="*/ 1496883 h 1929923"/>
                <a:gd name="connsiteX27" fmla="*/ 1147498 w 1914616"/>
                <a:gd name="connsiteY27" fmla="*/ 1486317 h 1929923"/>
                <a:gd name="connsiteX28" fmla="*/ 1109460 w 1914616"/>
                <a:gd name="connsiteY28" fmla="*/ 1494770 h 1929923"/>
                <a:gd name="connsiteX29" fmla="*/ 1147498 w 1914616"/>
                <a:gd name="connsiteY29" fmla="*/ 1496883 h 1929923"/>
                <a:gd name="connsiteX30" fmla="*/ 1210896 w 1914616"/>
                <a:gd name="connsiteY30" fmla="*/ 1513790 h 1929923"/>
                <a:gd name="connsiteX31" fmla="*/ 1073535 w 1914616"/>
                <a:gd name="connsiteY31" fmla="*/ 1551829 h 1929923"/>
                <a:gd name="connsiteX32" fmla="*/ 898134 w 1914616"/>
                <a:gd name="connsiteY32" fmla="*/ 1581414 h 1929923"/>
                <a:gd name="connsiteX33" fmla="*/ 862209 w 1914616"/>
                <a:gd name="connsiteY33" fmla="*/ 1606773 h 1929923"/>
                <a:gd name="connsiteX34" fmla="*/ 813604 w 1914616"/>
                <a:gd name="connsiteY34" fmla="*/ 1638472 h 1929923"/>
                <a:gd name="connsiteX35" fmla="*/ 678355 w 1914616"/>
                <a:gd name="connsiteY35" fmla="*/ 1720889 h 1929923"/>
                <a:gd name="connsiteX36" fmla="*/ 342348 w 1914616"/>
                <a:gd name="connsiteY36" fmla="*/ 1870931 h 1929923"/>
                <a:gd name="connsiteX37" fmla="*/ 156381 w 1914616"/>
                <a:gd name="connsiteY37" fmla="*/ 1917423 h 1929923"/>
                <a:gd name="connsiteX38" fmla="*/ 57058 w 1914616"/>
                <a:gd name="connsiteY38" fmla="*/ 1908969 h 1929923"/>
                <a:gd name="connsiteX39" fmla="*/ 0 w 1914616"/>
                <a:gd name="connsiteY39" fmla="*/ 1809646 h 1929923"/>
                <a:gd name="connsiteX40" fmla="*/ 112003 w 1914616"/>
                <a:gd name="connsiteY40" fmla="*/ 1691303 h 1929923"/>
                <a:gd name="connsiteX41" fmla="*/ 416312 w 1914616"/>
                <a:gd name="connsiteY41" fmla="*/ 1598320 h 1929923"/>
                <a:gd name="connsiteX42" fmla="*/ 608618 w 1914616"/>
                <a:gd name="connsiteY42" fmla="*/ 1566621 h 1929923"/>
                <a:gd name="connsiteX43" fmla="*/ 836849 w 1914616"/>
                <a:gd name="connsiteY43" fmla="*/ 1511676 h 1929923"/>
                <a:gd name="connsiteX44" fmla="*/ 1048175 w 1914616"/>
                <a:gd name="connsiteY44" fmla="*/ 1412353 h 1929923"/>
                <a:gd name="connsiteX45" fmla="*/ 1244180 w 1914616"/>
                <a:gd name="connsiteY45" fmla="*/ 1396504 h 1929923"/>
                <a:gd name="connsiteX46" fmla="*/ 946179 w 1914616"/>
                <a:gd name="connsiteY46" fmla="*/ 991 h 1929923"/>
                <a:gd name="connsiteX47" fmla="*/ 982666 w 1914616"/>
                <a:gd name="connsiteY47" fmla="*/ 18162 h 1929923"/>
                <a:gd name="connsiteX48" fmla="*/ 1151726 w 1914616"/>
                <a:gd name="connsiteY48" fmla="*/ 70993 h 1929923"/>
                <a:gd name="connsiteX49" fmla="*/ 1155953 w 1914616"/>
                <a:gd name="connsiteY49" fmla="*/ 111145 h 1929923"/>
                <a:gd name="connsiteX50" fmla="*/ 1155953 w 1914616"/>
                <a:gd name="connsiteY50" fmla="*/ 208355 h 1929923"/>
                <a:gd name="connsiteX51" fmla="*/ 1117914 w 1914616"/>
                <a:gd name="connsiteY51" fmla="*/ 373189 h 1929923"/>
                <a:gd name="connsiteX52" fmla="*/ 1067196 w 1914616"/>
                <a:gd name="connsiteY52" fmla="*/ 493645 h 1929923"/>
                <a:gd name="connsiteX53" fmla="*/ 1016478 w 1914616"/>
                <a:gd name="connsiteY53" fmla="*/ 563382 h 1929923"/>
                <a:gd name="connsiteX54" fmla="*/ 989006 w 1914616"/>
                <a:gd name="connsiteY54" fmla="*/ 624667 h 1929923"/>
                <a:gd name="connsiteX55" fmla="*/ 965495 w 1914616"/>
                <a:gd name="connsiteY55" fmla="*/ 646328 h 1929923"/>
                <a:gd name="connsiteX56" fmla="*/ 959415 w 1914616"/>
                <a:gd name="connsiteY56" fmla="*/ 645000 h 1929923"/>
                <a:gd name="connsiteX57" fmla="*/ 880948 w 1914616"/>
                <a:gd name="connsiteY57" fmla="*/ 615551 h 1929923"/>
                <a:gd name="connsiteX58" fmla="*/ 856567 w 1914616"/>
                <a:gd name="connsiteY58" fmla="*/ 604576 h 1929923"/>
                <a:gd name="connsiteX59" fmla="*/ 773453 w 1914616"/>
                <a:gd name="connsiteY59" fmla="*/ 559156 h 1929923"/>
                <a:gd name="connsiteX60" fmla="*/ 846625 w 1914616"/>
                <a:gd name="connsiteY60" fmla="*/ 600101 h 1929923"/>
                <a:gd name="connsiteX61" fmla="*/ 856567 w 1914616"/>
                <a:gd name="connsiteY61" fmla="*/ 604576 h 1929923"/>
                <a:gd name="connsiteX62" fmla="*/ 867229 w 1914616"/>
                <a:gd name="connsiteY62" fmla="*/ 610403 h 1929923"/>
                <a:gd name="connsiteX63" fmla="*/ 880948 w 1914616"/>
                <a:gd name="connsiteY63" fmla="*/ 615551 h 1929923"/>
                <a:gd name="connsiteX64" fmla="*/ 934060 w 1914616"/>
                <a:gd name="connsiteY64" fmla="*/ 639460 h 1929923"/>
                <a:gd name="connsiteX65" fmla="*/ 959415 w 1914616"/>
                <a:gd name="connsiteY65" fmla="*/ 645000 h 1929923"/>
                <a:gd name="connsiteX66" fmla="*/ 978439 w 1914616"/>
                <a:gd name="connsiteY66" fmla="*/ 652139 h 1929923"/>
                <a:gd name="connsiteX67" fmla="*/ 984779 w 1914616"/>
                <a:gd name="connsiteY67" fmla="*/ 662705 h 1929923"/>
                <a:gd name="connsiteX68" fmla="*/ 955193 w 1914616"/>
                <a:gd name="connsiteY68" fmla="*/ 918410 h 1929923"/>
                <a:gd name="connsiteX69" fmla="*/ 938287 w 1914616"/>
                <a:gd name="connsiteY69" fmla="*/ 994487 h 1929923"/>
                <a:gd name="connsiteX70" fmla="*/ 921381 w 1914616"/>
                <a:gd name="connsiteY70" fmla="*/ 1030413 h 1929923"/>
                <a:gd name="connsiteX71" fmla="*/ 754433 w 1914616"/>
                <a:gd name="connsiteY71" fmla="*/ 797954 h 1929923"/>
                <a:gd name="connsiteX72" fmla="*/ 655111 w 1914616"/>
                <a:gd name="connsiteY72" fmla="*/ 728217 h 1929923"/>
                <a:gd name="connsiteX73" fmla="*/ 579033 w 1914616"/>
                <a:gd name="connsiteY73" fmla="*/ 508438 h 1929923"/>
                <a:gd name="connsiteX74" fmla="*/ 616511 w 1914616"/>
                <a:gd name="connsiteY74" fmla="*/ 312772 h 1929923"/>
                <a:gd name="connsiteX75" fmla="*/ 699489 w 1914616"/>
                <a:gd name="connsiteY75" fmla="*/ 333037 h 1929923"/>
                <a:gd name="connsiteX76" fmla="*/ 614958 w 1914616"/>
                <a:gd name="connsiteY76" fmla="*/ 265413 h 1929923"/>
                <a:gd name="connsiteX77" fmla="*/ 585372 w 1914616"/>
                <a:gd name="connsiteY77" fmla="*/ 197789 h 1929923"/>
                <a:gd name="connsiteX78" fmla="*/ 576920 w 1914616"/>
                <a:gd name="connsiteY78" fmla="*/ 101013 h 1929923"/>
                <a:gd name="connsiteX79" fmla="*/ 710055 w 1914616"/>
                <a:gd name="connsiteY79" fmla="*/ 229487 h 1929923"/>
                <a:gd name="connsiteX80" fmla="*/ 737527 w 1914616"/>
                <a:gd name="connsiteY80" fmla="*/ 157637 h 1929923"/>
                <a:gd name="connsiteX81" fmla="*/ 777680 w 1914616"/>
                <a:gd name="connsiteY81" fmla="*/ 115372 h 1929923"/>
                <a:gd name="connsiteX82" fmla="*/ 853757 w 1914616"/>
                <a:gd name="connsiteY82" fmla="*/ 60427 h 1929923"/>
                <a:gd name="connsiteX83" fmla="*/ 946179 w 1914616"/>
                <a:gd name="connsiteY83" fmla="*/ 991 h 1929923"/>
                <a:gd name="connsiteX0" fmla="*/ 1895064 w 1914616"/>
                <a:gd name="connsiteY0" fmla="*/ 1476543 h 1929923"/>
                <a:gd name="connsiteX1" fmla="*/ 1912499 w 1914616"/>
                <a:gd name="connsiteY1" fmla="*/ 1486317 h 1929923"/>
                <a:gd name="connsiteX2" fmla="*/ 1893480 w 1914616"/>
                <a:gd name="connsiteY2" fmla="*/ 1518016 h 1929923"/>
                <a:gd name="connsiteX3" fmla="*/ 1597623 w 1914616"/>
                <a:gd name="connsiteY3" fmla="*/ 1777947 h 1929923"/>
                <a:gd name="connsiteX4" fmla="*/ 1415882 w 1914616"/>
                <a:gd name="connsiteY4" fmla="*/ 1902629 h 1929923"/>
                <a:gd name="connsiteX5" fmla="*/ 1299653 w 1914616"/>
                <a:gd name="connsiteY5" fmla="*/ 1832892 h 1929923"/>
                <a:gd name="connsiteX6" fmla="*/ 1453921 w 1914616"/>
                <a:gd name="connsiteY6" fmla="*/ 1627905 h 1929923"/>
                <a:gd name="connsiteX7" fmla="*/ 1481394 w 1914616"/>
                <a:gd name="connsiteY7" fmla="*/ 1617339 h 1929923"/>
                <a:gd name="connsiteX8" fmla="*/ 1472941 w 1914616"/>
                <a:gd name="connsiteY8" fmla="*/ 1598319 h 1929923"/>
                <a:gd name="connsiteX9" fmla="*/ 1441242 w 1914616"/>
                <a:gd name="connsiteY9" fmla="*/ 1564507 h 1929923"/>
                <a:gd name="connsiteX10" fmla="*/ 1496186 w 1914616"/>
                <a:gd name="connsiteY10" fmla="*/ 1560281 h 1929923"/>
                <a:gd name="connsiteX11" fmla="*/ 1553244 w 1914616"/>
                <a:gd name="connsiteY11" fmla="*/ 1583527 h 1929923"/>
                <a:gd name="connsiteX12" fmla="*/ 1553244 w 1914616"/>
                <a:gd name="connsiteY12" fmla="*/ 1541262 h 1929923"/>
                <a:gd name="connsiteX13" fmla="*/ 1606076 w 1914616"/>
                <a:gd name="connsiteY13" fmla="*/ 1541262 h 1929923"/>
                <a:gd name="connsiteX14" fmla="*/ 1707512 w 1914616"/>
                <a:gd name="connsiteY14" fmla="*/ 1539148 h 1929923"/>
                <a:gd name="connsiteX15" fmla="*/ 1800299 w 1914616"/>
                <a:gd name="connsiteY15" fmla="*/ 1520899 h 1929923"/>
                <a:gd name="connsiteX16" fmla="*/ 1874460 w 1914616"/>
                <a:gd name="connsiteY16" fmla="*/ 1477864 h 1929923"/>
                <a:gd name="connsiteX17" fmla="*/ 1895064 w 1914616"/>
                <a:gd name="connsiteY17" fmla="*/ 1476543 h 1929923"/>
                <a:gd name="connsiteX18" fmla="*/ 1244180 w 1914616"/>
                <a:gd name="connsiteY18" fmla="*/ 1396504 h 1929923"/>
                <a:gd name="connsiteX19" fmla="*/ 1430676 w 1914616"/>
                <a:gd name="connsiteY19" fmla="*/ 1431372 h 1929923"/>
                <a:gd name="connsiteX20" fmla="*/ 1443355 w 1914616"/>
                <a:gd name="connsiteY20" fmla="*/ 1441939 h 1929923"/>
                <a:gd name="connsiteX21" fmla="*/ 1428562 w 1914616"/>
                <a:gd name="connsiteY21" fmla="*/ 1456732 h 1929923"/>
                <a:gd name="connsiteX22" fmla="*/ 1363051 w 1914616"/>
                <a:gd name="connsiteY22" fmla="*/ 1463072 h 1929923"/>
                <a:gd name="connsiteX23" fmla="*/ 1286973 w 1914616"/>
                <a:gd name="connsiteY23" fmla="*/ 1450392 h 1929923"/>
                <a:gd name="connsiteX24" fmla="*/ 1198217 w 1914616"/>
                <a:gd name="connsiteY24" fmla="*/ 1446166 h 1929923"/>
                <a:gd name="connsiteX25" fmla="*/ 1286973 w 1914616"/>
                <a:gd name="connsiteY25" fmla="*/ 1467298 h 1929923"/>
                <a:gd name="connsiteX26" fmla="*/ 1240482 w 1914616"/>
                <a:gd name="connsiteY26" fmla="*/ 1496883 h 1929923"/>
                <a:gd name="connsiteX27" fmla="*/ 1147498 w 1914616"/>
                <a:gd name="connsiteY27" fmla="*/ 1486317 h 1929923"/>
                <a:gd name="connsiteX28" fmla="*/ 1109460 w 1914616"/>
                <a:gd name="connsiteY28" fmla="*/ 1494770 h 1929923"/>
                <a:gd name="connsiteX29" fmla="*/ 1147498 w 1914616"/>
                <a:gd name="connsiteY29" fmla="*/ 1496883 h 1929923"/>
                <a:gd name="connsiteX30" fmla="*/ 1210896 w 1914616"/>
                <a:gd name="connsiteY30" fmla="*/ 1513790 h 1929923"/>
                <a:gd name="connsiteX31" fmla="*/ 1073535 w 1914616"/>
                <a:gd name="connsiteY31" fmla="*/ 1551829 h 1929923"/>
                <a:gd name="connsiteX32" fmla="*/ 898134 w 1914616"/>
                <a:gd name="connsiteY32" fmla="*/ 1581414 h 1929923"/>
                <a:gd name="connsiteX33" fmla="*/ 862209 w 1914616"/>
                <a:gd name="connsiteY33" fmla="*/ 1606773 h 1929923"/>
                <a:gd name="connsiteX34" fmla="*/ 813604 w 1914616"/>
                <a:gd name="connsiteY34" fmla="*/ 1638472 h 1929923"/>
                <a:gd name="connsiteX35" fmla="*/ 678355 w 1914616"/>
                <a:gd name="connsiteY35" fmla="*/ 1720889 h 1929923"/>
                <a:gd name="connsiteX36" fmla="*/ 342348 w 1914616"/>
                <a:gd name="connsiteY36" fmla="*/ 1870931 h 1929923"/>
                <a:gd name="connsiteX37" fmla="*/ 156381 w 1914616"/>
                <a:gd name="connsiteY37" fmla="*/ 1917423 h 1929923"/>
                <a:gd name="connsiteX38" fmla="*/ 57058 w 1914616"/>
                <a:gd name="connsiteY38" fmla="*/ 1908969 h 1929923"/>
                <a:gd name="connsiteX39" fmla="*/ 0 w 1914616"/>
                <a:gd name="connsiteY39" fmla="*/ 1809646 h 1929923"/>
                <a:gd name="connsiteX40" fmla="*/ 112003 w 1914616"/>
                <a:gd name="connsiteY40" fmla="*/ 1691303 h 1929923"/>
                <a:gd name="connsiteX41" fmla="*/ 416312 w 1914616"/>
                <a:gd name="connsiteY41" fmla="*/ 1598320 h 1929923"/>
                <a:gd name="connsiteX42" fmla="*/ 608618 w 1914616"/>
                <a:gd name="connsiteY42" fmla="*/ 1566621 h 1929923"/>
                <a:gd name="connsiteX43" fmla="*/ 836849 w 1914616"/>
                <a:gd name="connsiteY43" fmla="*/ 1511676 h 1929923"/>
                <a:gd name="connsiteX44" fmla="*/ 1048175 w 1914616"/>
                <a:gd name="connsiteY44" fmla="*/ 1412353 h 1929923"/>
                <a:gd name="connsiteX45" fmla="*/ 1244180 w 1914616"/>
                <a:gd name="connsiteY45" fmla="*/ 1396504 h 1929923"/>
                <a:gd name="connsiteX46" fmla="*/ 946179 w 1914616"/>
                <a:gd name="connsiteY46" fmla="*/ 991 h 1929923"/>
                <a:gd name="connsiteX47" fmla="*/ 982666 w 1914616"/>
                <a:gd name="connsiteY47" fmla="*/ 18162 h 1929923"/>
                <a:gd name="connsiteX48" fmla="*/ 1151726 w 1914616"/>
                <a:gd name="connsiteY48" fmla="*/ 70993 h 1929923"/>
                <a:gd name="connsiteX49" fmla="*/ 1155953 w 1914616"/>
                <a:gd name="connsiteY49" fmla="*/ 111145 h 1929923"/>
                <a:gd name="connsiteX50" fmla="*/ 1155953 w 1914616"/>
                <a:gd name="connsiteY50" fmla="*/ 208355 h 1929923"/>
                <a:gd name="connsiteX51" fmla="*/ 1117914 w 1914616"/>
                <a:gd name="connsiteY51" fmla="*/ 373189 h 1929923"/>
                <a:gd name="connsiteX52" fmla="*/ 1067196 w 1914616"/>
                <a:gd name="connsiteY52" fmla="*/ 493645 h 1929923"/>
                <a:gd name="connsiteX53" fmla="*/ 1016478 w 1914616"/>
                <a:gd name="connsiteY53" fmla="*/ 563382 h 1929923"/>
                <a:gd name="connsiteX54" fmla="*/ 989006 w 1914616"/>
                <a:gd name="connsiteY54" fmla="*/ 624667 h 1929923"/>
                <a:gd name="connsiteX55" fmla="*/ 965495 w 1914616"/>
                <a:gd name="connsiteY55" fmla="*/ 646328 h 1929923"/>
                <a:gd name="connsiteX56" fmla="*/ 959415 w 1914616"/>
                <a:gd name="connsiteY56" fmla="*/ 645000 h 1929923"/>
                <a:gd name="connsiteX57" fmla="*/ 880948 w 1914616"/>
                <a:gd name="connsiteY57" fmla="*/ 615551 h 1929923"/>
                <a:gd name="connsiteX58" fmla="*/ 856567 w 1914616"/>
                <a:gd name="connsiteY58" fmla="*/ 604576 h 1929923"/>
                <a:gd name="connsiteX59" fmla="*/ 773453 w 1914616"/>
                <a:gd name="connsiteY59" fmla="*/ 559156 h 1929923"/>
                <a:gd name="connsiteX60" fmla="*/ 846625 w 1914616"/>
                <a:gd name="connsiteY60" fmla="*/ 600101 h 1929923"/>
                <a:gd name="connsiteX61" fmla="*/ 856567 w 1914616"/>
                <a:gd name="connsiteY61" fmla="*/ 604576 h 1929923"/>
                <a:gd name="connsiteX62" fmla="*/ 867229 w 1914616"/>
                <a:gd name="connsiteY62" fmla="*/ 610403 h 1929923"/>
                <a:gd name="connsiteX63" fmla="*/ 880948 w 1914616"/>
                <a:gd name="connsiteY63" fmla="*/ 615551 h 1929923"/>
                <a:gd name="connsiteX64" fmla="*/ 934060 w 1914616"/>
                <a:gd name="connsiteY64" fmla="*/ 639460 h 1929923"/>
                <a:gd name="connsiteX65" fmla="*/ 959415 w 1914616"/>
                <a:gd name="connsiteY65" fmla="*/ 645000 h 1929923"/>
                <a:gd name="connsiteX66" fmla="*/ 978439 w 1914616"/>
                <a:gd name="connsiteY66" fmla="*/ 652139 h 1929923"/>
                <a:gd name="connsiteX67" fmla="*/ 984779 w 1914616"/>
                <a:gd name="connsiteY67" fmla="*/ 662705 h 1929923"/>
                <a:gd name="connsiteX68" fmla="*/ 955193 w 1914616"/>
                <a:gd name="connsiteY68" fmla="*/ 918410 h 1929923"/>
                <a:gd name="connsiteX69" fmla="*/ 938287 w 1914616"/>
                <a:gd name="connsiteY69" fmla="*/ 994487 h 1929923"/>
                <a:gd name="connsiteX70" fmla="*/ 921381 w 1914616"/>
                <a:gd name="connsiteY70" fmla="*/ 1030413 h 1929923"/>
                <a:gd name="connsiteX71" fmla="*/ 754433 w 1914616"/>
                <a:gd name="connsiteY71" fmla="*/ 797954 h 1929923"/>
                <a:gd name="connsiteX72" fmla="*/ 655111 w 1914616"/>
                <a:gd name="connsiteY72" fmla="*/ 728217 h 1929923"/>
                <a:gd name="connsiteX73" fmla="*/ 579033 w 1914616"/>
                <a:gd name="connsiteY73" fmla="*/ 508438 h 1929923"/>
                <a:gd name="connsiteX74" fmla="*/ 616511 w 1914616"/>
                <a:gd name="connsiteY74" fmla="*/ 312772 h 1929923"/>
                <a:gd name="connsiteX75" fmla="*/ 699489 w 1914616"/>
                <a:gd name="connsiteY75" fmla="*/ 333037 h 1929923"/>
                <a:gd name="connsiteX76" fmla="*/ 614958 w 1914616"/>
                <a:gd name="connsiteY76" fmla="*/ 265413 h 1929923"/>
                <a:gd name="connsiteX77" fmla="*/ 585372 w 1914616"/>
                <a:gd name="connsiteY77" fmla="*/ 197789 h 1929923"/>
                <a:gd name="connsiteX78" fmla="*/ 576920 w 1914616"/>
                <a:gd name="connsiteY78" fmla="*/ 101013 h 1929923"/>
                <a:gd name="connsiteX79" fmla="*/ 710055 w 1914616"/>
                <a:gd name="connsiteY79" fmla="*/ 229487 h 1929923"/>
                <a:gd name="connsiteX80" fmla="*/ 737527 w 1914616"/>
                <a:gd name="connsiteY80" fmla="*/ 157637 h 1929923"/>
                <a:gd name="connsiteX81" fmla="*/ 777680 w 1914616"/>
                <a:gd name="connsiteY81" fmla="*/ 115372 h 1929923"/>
                <a:gd name="connsiteX82" fmla="*/ 853757 w 1914616"/>
                <a:gd name="connsiteY82" fmla="*/ 60427 h 1929923"/>
                <a:gd name="connsiteX83" fmla="*/ 946179 w 1914616"/>
                <a:gd name="connsiteY83" fmla="*/ 991 h 1929923"/>
                <a:gd name="connsiteX0" fmla="*/ 1895064 w 1914616"/>
                <a:gd name="connsiteY0" fmla="*/ 1476543 h 1929923"/>
                <a:gd name="connsiteX1" fmla="*/ 1912499 w 1914616"/>
                <a:gd name="connsiteY1" fmla="*/ 1486317 h 1929923"/>
                <a:gd name="connsiteX2" fmla="*/ 1893480 w 1914616"/>
                <a:gd name="connsiteY2" fmla="*/ 1518016 h 1929923"/>
                <a:gd name="connsiteX3" fmla="*/ 1597623 w 1914616"/>
                <a:gd name="connsiteY3" fmla="*/ 1777947 h 1929923"/>
                <a:gd name="connsiteX4" fmla="*/ 1415882 w 1914616"/>
                <a:gd name="connsiteY4" fmla="*/ 1902629 h 1929923"/>
                <a:gd name="connsiteX5" fmla="*/ 1299653 w 1914616"/>
                <a:gd name="connsiteY5" fmla="*/ 1832892 h 1929923"/>
                <a:gd name="connsiteX6" fmla="*/ 1453921 w 1914616"/>
                <a:gd name="connsiteY6" fmla="*/ 1627905 h 1929923"/>
                <a:gd name="connsiteX7" fmla="*/ 1481394 w 1914616"/>
                <a:gd name="connsiteY7" fmla="*/ 1617339 h 1929923"/>
                <a:gd name="connsiteX8" fmla="*/ 1472941 w 1914616"/>
                <a:gd name="connsiteY8" fmla="*/ 1598319 h 1929923"/>
                <a:gd name="connsiteX9" fmla="*/ 1441242 w 1914616"/>
                <a:gd name="connsiteY9" fmla="*/ 1564507 h 1929923"/>
                <a:gd name="connsiteX10" fmla="*/ 1496186 w 1914616"/>
                <a:gd name="connsiteY10" fmla="*/ 1560281 h 1929923"/>
                <a:gd name="connsiteX11" fmla="*/ 1553244 w 1914616"/>
                <a:gd name="connsiteY11" fmla="*/ 1583527 h 1929923"/>
                <a:gd name="connsiteX12" fmla="*/ 1553244 w 1914616"/>
                <a:gd name="connsiteY12" fmla="*/ 1541262 h 1929923"/>
                <a:gd name="connsiteX13" fmla="*/ 1606076 w 1914616"/>
                <a:gd name="connsiteY13" fmla="*/ 1541262 h 1929923"/>
                <a:gd name="connsiteX14" fmla="*/ 1725000 w 1914616"/>
                <a:gd name="connsiteY14" fmla="*/ 1534151 h 1929923"/>
                <a:gd name="connsiteX15" fmla="*/ 1800299 w 1914616"/>
                <a:gd name="connsiteY15" fmla="*/ 1520899 h 1929923"/>
                <a:gd name="connsiteX16" fmla="*/ 1874460 w 1914616"/>
                <a:gd name="connsiteY16" fmla="*/ 1477864 h 1929923"/>
                <a:gd name="connsiteX17" fmla="*/ 1895064 w 1914616"/>
                <a:gd name="connsiteY17" fmla="*/ 1476543 h 1929923"/>
                <a:gd name="connsiteX18" fmla="*/ 1244180 w 1914616"/>
                <a:gd name="connsiteY18" fmla="*/ 1396504 h 1929923"/>
                <a:gd name="connsiteX19" fmla="*/ 1430676 w 1914616"/>
                <a:gd name="connsiteY19" fmla="*/ 1431372 h 1929923"/>
                <a:gd name="connsiteX20" fmla="*/ 1443355 w 1914616"/>
                <a:gd name="connsiteY20" fmla="*/ 1441939 h 1929923"/>
                <a:gd name="connsiteX21" fmla="*/ 1428562 w 1914616"/>
                <a:gd name="connsiteY21" fmla="*/ 1456732 h 1929923"/>
                <a:gd name="connsiteX22" fmla="*/ 1363051 w 1914616"/>
                <a:gd name="connsiteY22" fmla="*/ 1463072 h 1929923"/>
                <a:gd name="connsiteX23" fmla="*/ 1286973 w 1914616"/>
                <a:gd name="connsiteY23" fmla="*/ 1450392 h 1929923"/>
                <a:gd name="connsiteX24" fmla="*/ 1198217 w 1914616"/>
                <a:gd name="connsiteY24" fmla="*/ 1446166 h 1929923"/>
                <a:gd name="connsiteX25" fmla="*/ 1286973 w 1914616"/>
                <a:gd name="connsiteY25" fmla="*/ 1467298 h 1929923"/>
                <a:gd name="connsiteX26" fmla="*/ 1240482 w 1914616"/>
                <a:gd name="connsiteY26" fmla="*/ 1496883 h 1929923"/>
                <a:gd name="connsiteX27" fmla="*/ 1147498 w 1914616"/>
                <a:gd name="connsiteY27" fmla="*/ 1486317 h 1929923"/>
                <a:gd name="connsiteX28" fmla="*/ 1109460 w 1914616"/>
                <a:gd name="connsiteY28" fmla="*/ 1494770 h 1929923"/>
                <a:gd name="connsiteX29" fmla="*/ 1147498 w 1914616"/>
                <a:gd name="connsiteY29" fmla="*/ 1496883 h 1929923"/>
                <a:gd name="connsiteX30" fmla="*/ 1210896 w 1914616"/>
                <a:gd name="connsiteY30" fmla="*/ 1513790 h 1929923"/>
                <a:gd name="connsiteX31" fmla="*/ 1073535 w 1914616"/>
                <a:gd name="connsiteY31" fmla="*/ 1551829 h 1929923"/>
                <a:gd name="connsiteX32" fmla="*/ 898134 w 1914616"/>
                <a:gd name="connsiteY32" fmla="*/ 1581414 h 1929923"/>
                <a:gd name="connsiteX33" fmla="*/ 862209 w 1914616"/>
                <a:gd name="connsiteY33" fmla="*/ 1606773 h 1929923"/>
                <a:gd name="connsiteX34" fmla="*/ 813604 w 1914616"/>
                <a:gd name="connsiteY34" fmla="*/ 1638472 h 1929923"/>
                <a:gd name="connsiteX35" fmla="*/ 678355 w 1914616"/>
                <a:gd name="connsiteY35" fmla="*/ 1720889 h 1929923"/>
                <a:gd name="connsiteX36" fmla="*/ 342348 w 1914616"/>
                <a:gd name="connsiteY36" fmla="*/ 1870931 h 1929923"/>
                <a:gd name="connsiteX37" fmla="*/ 156381 w 1914616"/>
                <a:gd name="connsiteY37" fmla="*/ 1917423 h 1929923"/>
                <a:gd name="connsiteX38" fmla="*/ 57058 w 1914616"/>
                <a:gd name="connsiteY38" fmla="*/ 1908969 h 1929923"/>
                <a:gd name="connsiteX39" fmla="*/ 0 w 1914616"/>
                <a:gd name="connsiteY39" fmla="*/ 1809646 h 1929923"/>
                <a:gd name="connsiteX40" fmla="*/ 112003 w 1914616"/>
                <a:gd name="connsiteY40" fmla="*/ 1691303 h 1929923"/>
                <a:gd name="connsiteX41" fmla="*/ 416312 w 1914616"/>
                <a:gd name="connsiteY41" fmla="*/ 1598320 h 1929923"/>
                <a:gd name="connsiteX42" fmla="*/ 608618 w 1914616"/>
                <a:gd name="connsiteY42" fmla="*/ 1566621 h 1929923"/>
                <a:gd name="connsiteX43" fmla="*/ 836849 w 1914616"/>
                <a:gd name="connsiteY43" fmla="*/ 1511676 h 1929923"/>
                <a:gd name="connsiteX44" fmla="*/ 1048175 w 1914616"/>
                <a:gd name="connsiteY44" fmla="*/ 1412353 h 1929923"/>
                <a:gd name="connsiteX45" fmla="*/ 1244180 w 1914616"/>
                <a:gd name="connsiteY45" fmla="*/ 1396504 h 1929923"/>
                <a:gd name="connsiteX46" fmla="*/ 946179 w 1914616"/>
                <a:gd name="connsiteY46" fmla="*/ 991 h 1929923"/>
                <a:gd name="connsiteX47" fmla="*/ 982666 w 1914616"/>
                <a:gd name="connsiteY47" fmla="*/ 18162 h 1929923"/>
                <a:gd name="connsiteX48" fmla="*/ 1151726 w 1914616"/>
                <a:gd name="connsiteY48" fmla="*/ 70993 h 1929923"/>
                <a:gd name="connsiteX49" fmla="*/ 1155953 w 1914616"/>
                <a:gd name="connsiteY49" fmla="*/ 111145 h 1929923"/>
                <a:gd name="connsiteX50" fmla="*/ 1155953 w 1914616"/>
                <a:gd name="connsiteY50" fmla="*/ 208355 h 1929923"/>
                <a:gd name="connsiteX51" fmla="*/ 1117914 w 1914616"/>
                <a:gd name="connsiteY51" fmla="*/ 373189 h 1929923"/>
                <a:gd name="connsiteX52" fmla="*/ 1067196 w 1914616"/>
                <a:gd name="connsiteY52" fmla="*/ 493645 h 1929923"/>
                <a:gd name="connsiteX53" fmla="*/ 1016478 w 1914616"/>
                <a:gd name="connsiteY53" fmla="*/ 563382 h 1929923"/>
                <a:gd name="connsiteX54" fmla="*/ 989006 w 1914616"/>
                <a:gd name="connsiteY54" fmla="*/ 624667 h 1929923"/>
                <a:gd name="connsiteX55" fmla="*/ 965495 w 1914616"/>
                <a:gd name="connsiteY55" fmla="*/ 646328 h 1929923"/>
                <a:gd name="connsiteX56" fmla="*/ 959415 w 1914616"/>
                <a:gd name="connsiteY56" fmla="*/ 645000 h 1929923"/>
                <a:gd name="connsiteX57" fmla="*/ 880948 w 1914616"/>
                <a:gd name="connsiteY57" fmla="*/ 615551 h 1929923"/>
                <a:gd name="connsiteX58" fmla="*/ 856567 w 1914616"/>
                <a:gd name="connsiteY58" fmla="*/ 604576 h 1929923"/>
                <a:gd name="connsiteX59" fmla="*/ 773453 w 1914616"/>
                <a:gd name="connsiteY59" fmla="*/ 559156 h 1929923"/>
                <a:gd name="connsiteX60" fmla="*/ 846625 w 1914616"/>
                <a:gd name="connsiteY60" fmla="*/ 600101 h 1929923"/>
                <a:gd name="connsiteX61" fmla="*/ 856567 w 1914616"/>
                <a:gd name="connsiteY61" fmla="*/ 604576 h 1929923"/>
                <a:gd name="connsiteX62" fmla="*/ 867229 w 1914616"/>
                <a:gd name="connsiteY62" fmla="*/ 610403 h 1929923"/>
                <a:gd name="connsiteX63" fmla="*/ 880948 w 1914616"/>
                <a:gd name="connsiteY63" fmla="*/ 615551 h 1929923"/>
                <a:gd name="connsiteX64" fmla="*/ 934060 w 1914616"/>
                <a:gd name="connsiteY64" fmla="*/ 639460 h 1929923"/>
                <a:gd name="connsiteX65" fmla="*/ 959415 w 1914616"/>
                <a:gd name="connsiteY65" fmla="*/ 645000 h 1929923"/>
                <a:gd name="connsiteX66" fmla="*/ 978439 w 1914616"/>
                <a:gd name="connsiteY66" fmla="*/ 652139 h 1929923"/>
                <a:gd name="connsiteX67" fmla="*/ 984779 w 1914616"/>
                <a:gd name="connsiteY67" fmla="*/ 662705 h 1929923"/>
                <a:gd name="connsiteX68" fmla="*/ 955193 w 1914616"/>
                <a:gd name="connsiteY68" fmla="*/ 918410 h 1929923"/>
                <a:gd name="connsiteX69" fmla="*/ 938287 w 1914616"/>
                <a:gd name="connsiteY69" fmla="*/ 994487 h 1929923"/>
                <a:gd name="connsiteX70" fmla="*/ 921381 w 1914616"/>
                <a:gd name="connsiteY70" fmla="*/ 1030413 h 1929923"/>
                <a:gd name="connsiteX71" fmla="*/ 754433 w 1914616"/>
                <a:gd name="connsiteY71" fmla="*/ 797954 h 1929923"/>
                <a:gd name="connsiteX72" fmla="*/ 655111 w 1914616"/>
                <a:gd name="connsiteY72" fmla="*/ 728217 h 1929923"/>
                <a:gd name="connsiteX73" fmla="*/ 579033 w 1914616"/>
                <a:gd name="connsiteY73" fmla="*/ 508438 h 1929923"/>
                <a:gd name="connsiteX74" fmla="*/ 616511 w 1914616"/>
                <a:gd name="connsiteY74" fmla="*/ 312772 h 1929923"/>
                <a:gd name="connsiteX75" fmla="*/ 699489 w 1914616"/>
                <a:gd name="connsiteY75" fmla="*/ 333037 h 1929923"/>
                <a:gd name="connsiteX76" fmla="*/ 614958 w 1914616"/>
                <a:gd name="connsiteY76" fmla="*/ 265413 h 1929923"/>
                <a:gd name="connsiteX77" fmla="*/ 585372 w 1914616"/>
                <a:gd name="connsiteY77" fmla="*/ 197789 h 1929923"/>
                <a:gd name="connsiteX78" fmla="*/ 576920 w 1914616"/>
                <a:gd name="connsiteY78" fmla="*/ 101013 h 1929923"/>
                <a:gd name="connsiteX79" fmla="*/ 710055 w 1914616"/>
                <a:gd name="connsiteY79" fmla="*/ 229487 h 1929923"/>
                <a:gd name="connsiteX80" fmla="*/ 737527 w 1914616"/>
                <a:gd name="connsiteY80" fmla="*/ 157637 h 1929923"/>
                <a:gd name="connsiteX81" fmla="*/ 777680 w 1914616"/>
                <a:gd name="connsiteY81" fmla="*/ 115372 h 1929923"/>
                <a:gd name="connsiteX82" fmla="*/ 853757 w 1914616"/>
                <a:gd name="connsiteY82" fmla="*/ 60427 h 1929923"/>
                <a:gd name="connsiteX83" fmla="*/ 946179 w 1914616"/>
                <a:gd name="connsiteY83" fmla="*/ 991 h 1929923"/>
                <a:gd name="connsiteX0" fmla="*/ 1895064 w 1914616"/>
                <a:gd name="connsiteY0" fmla="*/ 1476543 h 1929923"/>
                <a:gd name="connsiteX1" fmla="*/ 1912499 w 1914616"/>
                <a:gd name="connsiteY1" fmla="*/ 1486317 h 1929923"/>
                <a:gd name="connsiteX2" fmla="*/ 1893480 w 1914616"/>
                <a:gd name="connsiteY2" fmla="*/ 1518016 h 1929923"/>
                <a:gd name="connsiteX3" fmla="*/ 1597623 w 1914616"/>
                <a:gd name="connsiteY3" fmla="*/ 1777947 h 1929923"/>
                <a:gd name="connsiteX4" fmla="*/ 1415882 w 1914616"/>
                <a:gd name="connsiteY4" fmla="*/ 1902629 h 1929923"/>
                <a:gd name="connsiteX5" fmla="*/ 1299653 w 1914616"/>
                <a:gd name="connsiteY5" fmla="*/ 1832892 h 1929923"/>
                <a:gd name="connsiteX6" fmla="*/ 1453921 w 1914616"/>
                <a:gd name="connsiteY6" fmla="*/ 1627905 h 1929923"/>
                <a:gd name="connsiteX7" fmla="*/ 1481394 w 1914616"/>
                <a:gd name="connsiteY7" fmla="*/ 1617339 h 1929923"/>
                <a:gd name="connsiteX8" fmla="*/ 1472941 w 1914616"/>
                <a:gd name="connsiteY8" fmla="*/ 1598319 h 1929923"/>
                <a:gd name="connsiteX9" fmla="*/ 1441242 w 1914616"/>
                <a:gd name="connsiteY9" fmla="*/ 1564507 h 1929923"/>
                <a:gd name="connsiteX10" fmla="*/ 1496186 w 1914616"/>
                <a:gd name="connsiteY10" fmla="*/ 1560281 h 1929923"/>
                <a:gd name="connsiteX11" fmla="*/ 1553244 w 1914616"/>
                <a:gd name="connsiteY11" fmla="*/ 1583527 h 1929923"/>
                <a:gd name="connsiteX12" fmla="*/ 1553244 w 1914616"/>
                <a:gd name="connsiteY12" fmla="*/ 1541262 h 1929923"/>
                <a:gd name="connsiteX13" fmla="*/ 1606076 w 1914616"/>
                <a:gd name="connsiteY13" fmla="*/ 1541262 h 1929923"/>
                <a:gd name="connsiteX14" fmla="*/ 1725000 w 1914616"/>
                <a:gd name="connsiteY14" fmla="*/ 1534151 h 1929923"/>
                <a:gd name="connsiteX15" fmla="*/ 1800299 w 1914616"/>
                <a:gd name="connsiteY15" fmla="*/ 1520899 h 1929923"/>
                <a:gd name="connsiteX16" fmla="*/ 1874460 w 1914616"/>
                <a:gd name="connsiteY16" fmla="*/ 1477864 h 1929923"/>
                <a:gd name="connsiteX17" fmla="*/ 1895064 w 1914616"/>
                <a:gd name="connsiteY17" fmla="*/ 1476543 h 1929923"/>
                <a:gd name="connsiteX18" fmla="*/ 1244180 w 1914616"/>
                <a:gd name="connsiteY18" fmla="*/ 1396504 h 1929923"/>
                <a:gd name="connsiteX19" fmla="*/ 1430676 w 1914616"/>
                <a:gd name="connsiteY19" fmla="*/ 1431372 h 1929923"/>
                <a:gd name="connsiteX20" fmla="*/ 1443355 w 1914616"/>
                <a:gd name="connsiteY20" fmla="*/ 1441939 h 1929923"/>
                <a:gd name="connsiteX21" fmla="*/ 1428562 w 1914616"/>
                <a:gd name="connsiteY21" fmla="*/ 1456732 h 1929923"/>
                <a:gd name="connsiteX22" fmla="*/ 1363051 w 1914616"/>
                <a:gd name="connsiteY22" fmla="*/ 1463072 h 1929923"/>
                <a:gd name="connsiteX23" fmla="*/ 1286973 w 1914616"/>
                <a:gd name="connsiteY23" fmla="*/ 1450392 h 1929923"/>
                <a:gd name="connsiteX24" fmla="*/ 1198217 w 1914616"/>
                <a:gd name="connsiteY24" fmla="*/ 1446166 h 1929923"/>
                <a:gd name="connsiteX25" fmla="*/ 1286973 w 1914616"/>
                <a:gd name="connsiteY25" fmla="*/ 1467298 h 1929923"/>
                <a:gd name="connsiteX26" fmla="*/ 1240482 w 1914616"/>
                <a:gd name="connsiteY26" fmla="*/ 1496883 h 1929923"/>
                <a:gd name="connsiteX27" fmla="*/ 1147498 w 1914616"/>
                <a:gd name="connsiteY27" fmla="*/ 1486317 h 1929923"/>
                <a:gd name="connsiteX28" fmla="*/ 1109460 w 1914616"/>
                <a:gd name="connsiteY28" fmla="*/ 1494770 h 1929923"/>
                <a:gd name="connsiteX29" fmla="*/ 1147498 w 1914616"/>
                <a:gd name="connsiteY29" fmla="*/ 1496883 h 1929923"/>
                <a:gd name="connsiteX30" fmla="*/ 1210896 w 1914616"/>
                <a:gd name="connsiteY30" fmla="*/ 1513790 h 1929923"/>
                <a:gd name="connsiteX31" fmla="*/ 1073535 w 1914616"/>
                <a:gd name="connsiteY31" fmla="*/ 1551829 h 1929923"/>
                <a:gd name="connsiteX32" fmla="*/ 898134 w 1914616"/>
                <a:gd name="connsiteY32" fmla="*/ 1581414 h 1929923"/>
                <a:gd name="connsiteX33" fmla="*/ 862209 w 1914616"/>
                <a:gd name="connsiteY33" fmla="*/ 1606773 h 1929923"/>
                <a:gd name="connsiteX34" fmla="*/ 813604 w 1914616"/>
                <a:gd name="connsiteY34" fmla="*/ 1638472 h 1929923"/>
                <a:gd name="connsiteX35" fmla="*/ 678355 w 1914616"/>
                <a:gd name="connsiteY35" fmla="*/ 1720889 h 1929923"/>
                <a:gd name="connsiteX36" fmla="*/ 342348 w 1914616"/>
                <a:gd name="connsiteY36" fmla="*/ 1870931 h 1929923"/>
                <a:gd name="connsiteX37" fmla="*/ 156381 w 1914616"/>
                <a:gd name="connsiteY37" fmla="*/ 1917423 h 1929923"/>
                <a:gd name="connsiteX38" fmla="*/ 57058 w 1914616"/>
                <a:gd name="connsiteY38" fmla="*/ 1908969 h 1929923"/>
                <a:gd name="connsiteX39" fmla="*/ 0 w 1914616"/>
                <a:gd name="connsiteY39" fmla="*/ 1809646 h 1929923"/>
                <a:gd name="connsiteX40" fmla="*/ 112003 w 1914616"/>
                <a:gd name="connsiteY40" fmla="*/ 1691303 h 1929923"/>
                <a:gd name="connsiteX41" fmla="*/ 416312 w 1914616"/>
                <a:gd name="connsiteY41" fmla="*/ 1598320 h 1929923"/>
                <a:gd name="connsiteX42" fmla="*/ 608618 w 1914616"/>
                <a:gd name="connsiteY42" fmla="*/ 1566621 h 1929923"/>
                <a:gd name="connsiteX43" fmla="*/ 836849 w 1914616"/>
                <a:gd name="connsiteY43" fmla="*/ 1511676 h 1929923"/>
                <a:gd name="connsiteX44" fmla="*/ 1048175 w 1914616"/>
                <a:gd name="connsiteY44" fmla="*/ 1412353 h 1929923"/>
                <a:gd name="connsiteX45" fmla="*/ 1244180 w 1914616"/>
                <a:gd name="connsiteY45" fmla="*/ 1396504 h 1929923"/>
                <a:gd name="connsiteX46" fmla="*/ 946179 w 1914616"/>
                <a:gd name="connsiteY46" fmla="*/ 991 h 1929923"/>
                <a:gd name="connsiteX47" fmla="*/ 982666 w 1914616"/>
                <a:gd name="connsiteY47" fmla="*/ 18162 h 1929923"/>
                <a:gd name="connsiteX48" fmla="*/ 1151726 w 1914616"/>
                <a:gd name="connsiteY48" fmla="*/ 70993 h 1929923"/>
                <a:gd name="connsiteX49" fmla="*/ 1155953 w 1914616"/>
                <a:gd name="connsiteY49" fmla="*/ 111145 h 1929923"/>
                <a:gd name="connsiteX50" fmla="*/ 1155953 w 1914616"/>
                <a:gd name="connsiteY50" fmla="*/ 208355 h 1929923"/>
                <a:gd name="connsiteX51" fmla="*/ 1117914 w 1914616"/>
                <a:gd name="connsiteY51" fmla="*/ 373189 h 1929923"/>
                <a:gd name="connsiteX52" fmla="*/ 1067196 w 1914616"/>
                <a:gd name="connsiteY52" fmla="*/ 493645 h 1929923"/>
                <a:gd name="connsiteX53" fmla="*/ 1016478 w 1914616"/>
                <a:gd name="connsiteY53" fmla="*/ 563382 h 1929923"/>
                <a:gd name="connsiteX54" fmla="*/ 989006 w 1914616"/>
                <a:gd name="connsiteY54" fmla="*/ 624667 h 1929923"/>
                <a:gd name="connsiteX55" fmla="*/ 965495 w 1914616"/>
                <a:gd name="connsiteY55" fmla="*/ 646328 h 1929923"/>
                <a:gd name="connsiteX56" fmla="*/ 959415 w 1914616"/>
                <a:gd name="connsiteY56" fmla="*/ 645000 h 1929923"/>
                <a:gd name="connsiteX57" fmla="*/ 880948 w 1914616"/>
                <a:gd name="connsiteY57" fmla="*/ 615551 h 1929923"/>
                <a:gd name="connsiteX58" fmla="*/ 856567 w 1914616"/>
                <a:gd name="connsiteY58" fmla="*/ 604576 h 1929923"/>
                <a:gd name="connsiteX59" fmla="*/ 773453 w 1914616"/>
                <a:gd name="connsiteY59" fmla="*/ 559156 h 1929923"/>
                <a:gd name="connsiteX60" fmla="*/ 846625 w 1914616"/>
                <a:gd name="connsiteY60" fmla="*/ 600101 h 1929923"/>
                <a:gd name="connsiteX61" fmla="*/ 856567 w 1914616"/>
                <a:gd name="connsiteY61" fmla="*/ 604576 h 1929923"/>
                <a:gd name="connsiteX62" fmla="*/ 867229 w 1914616"/>
                <a:gd name="connsiteY62" fmla="*/ 610403 h 1929923"/>
                <a:gd name="connsiteX63" fmla="*/ 880948 w 1914616"/>
                <a:gd name="connsiteY63" fmla="*/ 615551 h 1929923"/>
                <a:gd name="connsiteX64" fmla="*/ 934060 w 1914616"/>
                <a:gd name="connsiteY64" fmla="*/ 639460 h 1929923"/>
                <a:gd name="connsiteX65" fmla="*/ 959415 w 1914616"/>
                <a:gd name="connsiteY65" fmla="*/ 645000 h 1929923"/>
                <a:gd name="connsiteX66" fmla="*/ 978439 w 1914616"/>
                <a:gd name="connsiteY66" fmla="*/ 652139 h 1929923"/>
                <a:gd name="connsiteX67" fmla="*/ 984779 w 1914616"/>
                <a:gd name="connsiteY67" fmla="*/ 662705 h 1929923"/>
                <a:gd name="connsiteX68" fmla="*/ 955193 w 1914616"/>
                <a:gd name="connsiteY68" fmla="*/ 918410 h 1929923"/>
                <a:gd name="connsiteX69" fmla="*/ 938287 w 1914616"/>
                <a:gd name="connsiteY69" fmla="*/ 994487 h 1929923"/>
                <a:gd name="connsiteX70" fmla="*/ 921381 w 1914616"/>
                <a:gd name="connsiteY70" fmla="*/ 1030413 h 1929923"/>
                <a:gd name="connsiteX71" fmla="*/ 754433 w 1914616"/>
                <a:gd name="connsiteY71" fmla="*/ 797954 h 1929923"/>
                <a:gd name="connsiteX72" fmla="*/ 655111 w 1914616"/>
                <a:gd name="connsiteY72" fmla="*/ 728217 h 1929923"/>
                <a:gd name="connsiteX73" fmla="*/ 579033 w 1914616"/>
                <a:gd name="connsiteY73" fmla="*/ 508438 h 1929923"/>
                <a:gd name="connsiteX74" fmla="*/ 616511 w 1914616"/>
                <a:gd name="connsiteY74" fmla="*/ 312772 h 1929923"/>
                <a:gd name="connsiteX75" fmla="*/ 699489 w 1914616"/>
                <a:gd name="connsiteY75" fmla="*/ 333037 h 1929923"/>
                <a:gd name="connsiteX76" fmla="*/ 614958 w 1914616"/>
                <a:gd name="connsiteY76" fmla="*/ 265413 h 1929923"/>
                <a:gd name="connsiteX77" fmla="*/ 585372 w 1914616"/>
                <a:gd name="connsiteY77" fmla="*/ 197789 h 1929923"/>
                <a:gd name="connsiteX78" fmla="*/ 576920 w 1914616"/>
                <a:gd name="connsiteY78" fmla="*/ 101013 h 1929923"/>
                <a:gd name="connsiteX79" fmla="*/ 710055 w 1914616"/>
                <a:gd name="connsiteY79" fmla="*/ 229487 h 1929923"/>
                <a:gd name="connsiteX80" fmla="*/ 737527 w 1914616"/>
                <a:gd name="connsiteY80" fmla="*/ 157637 h 1929923"/>
                <a:gd name="connsiteX81" fmla="*/ 777680 w 1914616"/>
                <a:gd name="connsiteY81" fmla="*/ 115372 h 1929923"/>
                <a:gd name="connsiteX82" fmla="*/ 853757 w 1914616"/>
                <a:gd name="connsiteY82" fmla="*/ 60427 h 1929923"/>
                <a:gd name="connsiteX83" fmla="*/ 946179 w 1914616"/>
                <a:gd name="connsiteY83" fmla="*/ 991 h 1929923"/>
                <a:gd name="connsiteX0" fmla="*/ 1895064 w 1914616"/>
                <a:gd name="connsiteY0" fmla="*/ 1476543 h 1929923"/>
                <a:gd name="connsiteX1" fmla="*/ 1912499 w 1914616"/>
                <a:gd name="connsiteY1" fmla="*/ 1486317 h 1929923"/>
                <a:gd name="connsiteX2" fmla="*/ 1893480 w 1914616"/>
                <a:gd name="connsiteY2" fmla="*/ 1518016 h 1929923"/>
                <a:gd name="connsiteX3" fmla="*/ 1597623 w 1914616"/>
                <a:gd name="connsiteY3" fmla="*/ 1777947 h 1929923"/>
                <a:gd name="connsiteX4" fmla="*/ 1415882 w 1914616"/>
                <a:gd name="connsiteY4" fmla="*/ 1902629 h 1929923"/>
                <a:gd name="connsiteX5" fmla="*/ 1299653 w 1914616"/>
                <a:gd name="connsiteY5" fmla="*/ 1832892 h 1929923"/>
                <a:gd name="connsiteX6" fmla="*/ 1453921 w 1914616"/>
                <a:gd name="connsiteY6" fmla="*/ 1627905 h 1929923"/>
                <a:gd name="connsiteX7" fmla="*/ 1481394 w 1914616"/>
                <a:gd name="connsiteY7" fmla="*/ 1617339 h 1929923"/>
                <a:gd name="connsiteX8" fmla="*/ 1472941 w 1914616"/>
                <a:gd name="connsiteY8" fmla="*/ 1598319 h 1929923"/>
                <a:gd name="connsiteX9" fmla="*/ 1441242 w 1914616"/>
                <a:gd name="connsiteY9" fmla="*/ 1564507 h 1929923"/>
                <a:gd name="connsiteX10" fmla="*/ 1496186 w 1914616"/>
                <a:gd name="connsiteY10" fmla="*/ 1560281 h 1929923"/>
                <a:gd name="connsiteX11" fmla="*/ 1553244 w 1914616"/>
                <a:gd name="connsiteY11" fmla="*/ 1583527 h 1929923"/>
                <a:gd name="connsiteX12" fmla="*/ 1553244 w 1914616"/>
                <a:gd name="connsiteY12" fmla="*/ 1541262 h 1929923"/>
                <a:gd name="connsiteX13" fmla="*/ 1606076 w 1914616"/>
                <a:gd name="connsiteY13" fmla="*/ 1541262 h 1929923"/>
                <a:gd name="connsiteX14" fmla="*/ 1725000 w 1914616"/>
                <a:gd name="connsiteY14" fmla="*/ 1534151 h 1929923"/>
                <a:gd name="connsiteX15" fmla="*/ 1800299 w 1914616"/>
                <a:gd name="connsiteY15" fmla="*/ 1520899 h 1929923"/>
                <a:gd name="connsiteX16" fmla="*/ 1874460 w 1914616"/>
                <a:gd name="connsiteY16" fmla="*/ 1477864 h 1929923"/>
                <a:gd name="connsiteX17" fmla="*/ 1895064 w 1914616"/>
                <a:gd name="connsiteY17" fmla="*/ 1476543 h 1929923"/>
                <a:gd name="connsiteX18" fmla="*/ 1244180 w 1914616"/>
                <a:gd name="connsiteY18" fmla="*/ 1396504 h 1929923"/>
                <a:gd name="connsiteX19" fmla="*/ 1430676 w 1914616"/>
                <a:gd name="connsiteY19" fmla="*/ 1431372 h 1929923"/>
                <a:gd name="connsiteX20" fmla="*/ 1443355 w 1914616"/>
                <a:gd name="connsiteY20" fmla="*/ 1441939 h 1929923"/>
                <a:gd name="connsiteX21" fmla="*/ 1428562 w 1914616"/>
                <a:gd name="connsiteY21" fmla="*/ 1456732 h 1929923"/>
                <a:gd name="connsiteX22" fmla="*/ 1363051 w 1914616"/>
                <a:gd name="connsiteY22" fmla="*/ 1463072 h 1929923"/>
                <a:gd name="connsiteX23" fmla="*/ 1286973 w 1914616"/>
                <a:gd name="connsiteY23" fmla="*/ 1450392 h 1929923"/>
                <a:gd name="connsiteX24" fmla="*/ 1198217 w 1914616"/>
                <a:gd name="connsiteY24" fmla="*/ 1446166 h 1929923"/>
                <a:gd name="connsiteX25" fmla="*/ 1286973 w 1914616"/>
                <a:gd name="connsiteY25" fmla="*/ 1467298 h 1929923"/>
                <a:gd name="connsiteX26" fmla="*/ 1240482 w 1914616"/>
                <a:gd name="connsiteY26" fmla="*/ 1496883 h 1929923"/>
                <a:gd name="connsiteX27" fmla="*/ 1147498 w 1914616"/>
                <a:gd name="connsiteY27" fmla="*/ 1486317 h 1929923"/>
                <a:gd name="connsiteX28" fmla="*/ 1109460 w 1914616"/>
                <a:gd name="connsiteY28" fmla="*/ 1494770 h 1929923"/>
                <a:gd name="connsiteX29" fmla="*/ 1147498 w 1914616"/>
                <a:gd name="connsiteY29" fmla="*/ 1496883 h 1929923"/>
                <a:gd name="connsiteX30" fmla="*/ 1210896 w 1914616"/>
                <a:gd name="connsiteY30" fmla="*/ 1513790 h 1929923"/>
                <a:gd name="connsiteX31" fmla="*/ 1073535 w 1914616"/>
                <a:gd name="connsiteY31" fmla="*/ 1551829 h 1929923"/>
                <a:gd name="connsiteX32" fmla="*/ 898134 w 1914616"/>
                <a:gd name="connsiteY32" fmla="*/ 1581414 h 1929923"/>
                <a:gd name="connsiteX33" fmla="*/ 862209 w 1914616"/>
                <a:gd name="connsiteY33" fmla="*/ 1606773 h 1929923"/>
                <a:gd name="connsiteX34" fmla="*/ 813604 w 1914616"/>
                <a:gd name="connsiteY34" fmla="*/ 1638472 h 1929923"/>
                <a:gd name="connsiteX35" fmla="*/ 678355 w 1914616"/>
                <a:gd name="connsiteY35" fmla="*/ 1720889 h 1929923"/>
                <a:gd name="connsiteX36" fmla="*/ 342348 w 1914616"/>
                <a:gd name="connsiteY36" fmla="*/ 1870931 h 1929923"/>
                <a:gd name="connsiteX37" fmla="*/ 156381 w 1914616"/>
                <a:gd name="connsiteY37" fmla="*/ 1917423 h 1929923"/>
                <a:gd name="connsiteX38" fmla="*/ 57058 w 1914616"/>
                <a:gd name="connsiteY38" fmla="*/ 1908969 h 1929923"/>
                <a:gd name="connsiteX39" fmla="*/ 0 w 1914616"/>
                <a:gd name="connsiteY39" fmla="*/ 1809646 h 1929923"/>
                <a:gd name="connsiteX40" fmla="*/ 112003 w 1914616"/>
                <a:gd name="connsiteY40" fmla="*/ 1691303 h 1929923"/>
                <a:gd name="connsiteX41" fmla="*/ 416312 w 1914616"/>
                <a:gd name="connsiteY41" fmla="*/ 1598320 h 1929923"/>
                <a:gd name="connsiteX42" fmla="*/ 608618 w 1914616"/>
                <a:gd name="connsiteY42" fmla="*/ 1566621 h 1929923"/>
                <a:gd name="connsiteX43" fmla="*/ 836849 w 1914616"/>
                <a:gd name="connsiteY43" fmla="*/ 1511676 h 1929923"/>
                <a:gd name="connsiteX44" fmla="*/ 1048175 w 1914616"/>
                <a:gd name="connsiteY44" fmla="*/ 1412353 h 1929923"/>
                <a:gd name="connsiteX45" fmla="*/ 1244180 w 1914616"/>
                <a:gd name="connsiteY45" fmla="*/ 1396504 h 1929923"/>
                <a:gd name="connsiteX46" fmla="*/ 946179 w 1914616"/>
                <a:gd name="connsiteY46" fmla="*/ 991 h 1929923"/>
                <a:gd name="connsiteX47" fmla="*/ 982666 w 1914616"/>
                <a:gd name="connsiteY47" fmla="*/ 18162 h 1929923"/>
                <a:gd name="connsiteX48" fmla="*/ 1151726 w 1914616"/>
                <a:gd name="connsiteY48" fmla="*/ 70993 h 1929923"/>
                <a:gd name="connsiteX49" fmla="*/ 1155953 w 1914616"/>
                <a:gd name="connsiteY49" fmla="*/ 111145 h 1929923"/>
                <a:gd name="connsiteX50" fmla="*/ 1155953 w 1914616"/>
                <a:gd name="connsiteY50" fmla="*/ 208355 h 1929923"/>
                <a:gd name="connsiteX51" fmla="*/ 1117914 w 1914616"/>
                <a:gd name="connsiteY51" fmla="*/ 373189 h 1929923"/>
                <a:gd name="connsiteX52" fmla="*/ 1067196 w 1914616"/>
                <a:gd name="connsiteY52" fmla="*/ 493645 h 1929923"/>
                <a:gd name="connsiteX53" fmla="*/ 1016478 w 1914616"/>
                <a:gd name="connsiteY53" fmla="*/ 563382 h 1929923"/>
                <a:gd name="connsiteX54" fmla="*/ 989006 w 1914616"/>
                <a:gd name="connsiteY54" fmla="*/ 624667 h 1929923"/>
                <a:gd name="connsiteX55" fmla="*/ 965495 w 1914616"/>
                <a:gd name="connsiteY55" fmla="*/ 646328 h 1929923"/>
                <a:gd name="connsiteX56" fmla="*/ 959415 w 1914616"/>
                <a:gd name="connsiteY56" fmla="*/ 645000 h 1929923"/>
                <a:gd name="connsiteX57" fmla="*/ 880948 w 1914616"/>
                <a:gd name="connsiteY57" fmla="*/ 615551 h 1929923"/>
                <a:gd name="connsiteX58" fmla="*/ 856567 w 1914616"/>
                <a:gd name="connsiteY58" fmla="*/ 604576 h 1929923"/>
                <a:gd name="connsiteX59" fmla="*/ 773453 w 1914616"/>
                <a:gd name="connsiteY59" fmla="*/ 559156 h 1929923"/>
                <a:gd name="connsiteX60" fmla="*/ 846625 w 1914616"/>
                <a:gd name="connsiteY60" fmla="*/ 600101 h 1929923"/>
                <a:gd name="connsiteX61" fmla="*/ 856567 w 1914616"/>
                <a:gd name="connsiteY61" fmla="*/ 604576 h 1929923"/>
                <a:gd name="connsiteX62" fmla="*/ 867229 w 1914616"/>
                <a:gd name="connsiteY62" fmla="*/ 610403 h 1929923"/>
                <a:gd name="connsiteX63" fmla="*/ 880948 w 1914616"/>
                <a:gd name="connsiteY63" fmla="*/ 615551 h 1929923"/>
                <a:gd name="connsiteX64" fmla="*/ 934060 w 1914616"/>
                <a:gd name="connsiteY64" fmla="*/ 639460 h 1929923"/>
                <a:gd name="connsiteX65" fmla="*/ 959415 w 1914616"/>
                <a:gd name="connsiteY65" fmla="*/ 645000 h 1929923"/>
                <a:gd name="connsiteX66" fmla="*/ 978439 w 1914616"/>
                <a:gd name="connsiteY66" fmla="*/ 652139 h 1929923"/>
                <a:gd name="connsiteX67" fmla="*/ 984779 w 1914616"/>
                <a:gd name="connsiteY67" fmla="*/ 662705 h 1929923"/>
                <a:gd name="connsiteX68" fmla="*/ 955193 w 1914616"/>
                <a:gd name="connsiteY68" fmla="*/ 918410 h 1929923"/>
                <a:gd name="connsiteX69" fmla="*/ 938287 w 1914616"/>
                <a:gd name="connsiteY69" fmla="*/ 994487 h 1929923"/>
                <a:gd name="connsiteX70" fmla="*/ 921381 w 1914616"/>
                <a:gd name="connsiteY70" fmla="*/ 1030413 h 1929923"/>
                <a:gd name="connsiteX71" fmla="*/ 754433 w 1914616"/>
                <a:gd name="connsiteY71" fmla="*/ 797954 h 1929923"/>
                <a:gd name="connsiteX72" fmla="*/ 655111 w 1914616"/>
                <a:gd name="connsiteY72" fmla="*/ 728217 h 1929923"/>
                <a:gd name="connsiteX73" fmla="*/ 579033 w 1914616"/>
                <a:gd name="connsiteY73" fmla="*/ 508438 h 1929923"/>
                <a:gd name="connsiteX74" fmla="*/ 616511 w 1914616"/>
                <a:gd name="connsiteY74" fmla="*/ 312772 h 1929923"/>
                <a:gd name="connsiteX75" fmla="*/ 699489 w 1914616"/>
                <a:gd name="connsiteY75" fmla="*/ 333037 h 1929923"/>
                <a:gd name="connsiteX76" fmla="*/ 614958 w 1914616"/>
                <a:gd name="connsiteY76" fmla="*/ 265413 h 1929923"/>
                <a:gd name="connsiteX77" fmla="*/ 585372 w 1914616"/>
                <a:gd name="connsiteY77" fmla="*/ 197789 h 1929923"/>
                <a:gd name="connsiteX78" fmla="*/ 576920 w 1914616"/>
                <a:gd name="connsiteY78" fmla="*/ 101013 h 1929923"/>
                <a:gd name="connsiteX79" fmla="*/ 710055 w 1914616"/>
                <a:gd name="connsiteY79" fmla="*/ 229487 h 1929923"/>
                <a:gd name="connsiteX80" fmla="*/ 737527 w 1914616"/>
                <a:gd name="connsiteY80" fmla="*/ 157637 h 1929923"/>
                <a:gd name="connsiteX81" fmla="*/ 777680 w 1914616"/>
                <a:gd name="connsiteY81" fmla="*/ 115372 h 1929923"/>
                <a:gd name="connsiteX82" fmla="*/ 853757 w 1914616"/>
                <a:gd name="connsiteY82" fmla="*/ 60427 h 1929923"/>
                <a:gd name="connsiteX83" fmla="*/ 946179 w 1914616"/>
                <a:gd name="connsiteY83" fmla="*/ 991 h 1929923"/>
                <a:gd name="connsiteX0" fmla="*/ 1895064 w 1914616"/>
                <a:gd name="connsiteY0" fmla="*/ 1476543 h 1929923"/>
                <a:gd name="connsiteX1" fmla="*/ 1912499 w 1914616"/>
                <a:gd name="connsiteY1" fmla="*/ 1486317 h 1929923"/>
                <a:gd name="connsiteX2" fmla="*/ 1893480 w 1914616"/>
                <a:gd name="connsiteY2" fmla="*/ 1518016 h 1929923"/>
                <a:gd name="connsiteX3" fmla="*/ 1597623 w 1914616"/>
                <a:gd name="connsiteY3" fmla="*/ 1777947 h 1929923"/>
                <a:gd name="connsiteX4" fmla="*/ 1415882 w 1914616"/>
                <a:gd name="connsiteY4" fmla="*/ 1902629 h 1929923"/>
                <a:gd name="connsiteX5" fmla="*/ 1299653 w 1914616"/>
                <a:gd name="connsiteY5" fmla="*/ 1832892 h 1929923"/>
                <a:gd name="connsiteX6" fmla="*/ 1453921 w 1914616"/>
                <a:gd name="connsiteY6" fmla="*/ 1627905 h 1929923"/>
                <a:gd name="connsiteX7" fmla="*/ 1481394 w 1914616"/>
                <a:gd name="connsiteY7" fmla="*/ 1617339 h 1929923"/>
                <a:gd name="connsiteX8" fmla="*/ 1472941 w 1914616"/>
                <a:gd name="connsiteY8" fmla="*/ 1598319 h 1929923"/>
                <a:gd name="connsiteX9" fmla="*/ 1441242 w 1914616"/>
                <a:gd name="connsiteY9" fmla="*/ 1564507 h 1929923"/>
                <a:gd name="connsiteX10" fmla="*/ 1496186 w 1914616"/>
                <a:gd name="connsiteY10" fmla="*/ 1560281 h 1929923"/>
                <a:gd name="connsiteX11" fmla="*/ 1553244 w 1914616"/>
                <a:gd name="connsiteY11" fmla="*/ 1583527 h 1929923"/>
                <a:gd name="connsiteX12" fmla="*/ 1553244 w 1914616"/>
                <a:gd name="connsiteY12" fmla="*/ 1541262 h 1929923"/>
                <a:gd name="connsiteX13" fmla="*/ 1606076 w 1914616"/>
                <a:gd name="connsiteY13" fmla="*/ 1541262 h 1929923"/>
                <a:gd name="connsiteX14" fmla="*/ 1715007 w 1914616"/>
                <a:gd name="connsiteY14" fmla="*/ 1529154 h 1929923"/>
                <a:gd name="connsiteX15" fmla="*/ 1800299 w 1914616"/>
                <a:gd name="connsiteY15" fmla="*/ 1520899 h 1929923"/>
                <a:gd name="connsiteX16" fmla="*/ 1874460 w 1914616"/>
                <a:gd name="connsiteY16" fmla="*/ 1477864 h 1929923"/>
                <a:gd name="connsiteX17" fmla="*/ 1895064 w 1914616"/>
                <a:gd name="connsiteY17" fmla="*/ 1476543 h 1929923"/>
                <a:gd name="connsiteX18" fmla="*/ 1244180 w 1914616"/>
                <a:gd name="connsiteY18" fmla="*/ 1396504 h 1929923"/>
                <a:gd name="connsiteX19" fmla="*/ 1430676 w 1914616"/>
                <a:gd name="connsiteY19" fmla="*/ 1431372 h 1929923"/>
                <a:gd name="connsiteX20" fmla="*/ 1443355 w 1914616"/>
                <a:gd name="connsiteY20" fmla="*/ 1441939 h 1929923"/>
                <a:gd name="connsiteX21" fmla="*/ 1428562 w 1914616"/>
                <a:gd name="connsiteY21" fmla="*/ 1456732 h 1929923"/>
                <a:gd name="connsiteX22" fmla="*/ 1363051 w 1914616"/>
                <a:gd name="connsiteY22" fmla="*/ 1463072 h 1929923"/>
                <a:gd name="connsiteX23" fmla="*/ 1286973 w 1914616"/>
                <a:gd name="connsiteY23" fmla="*/ 1450392 h 1929923"/>
                <a:gd name="connsiteX24" fmla="*/ 1198217 w 1914616"/>
                <a:gd name="connsiteY24" fmla="*/ 1446166 h 1929923"/>
                <a:gd name="connsiteX25" fmla="*/ 1286973 w 1914616"/>
                <a:gd name="connsiteY25" fmla="*/ 1467298 h 1929923"/>
                <a:gd name="connsiteX26" fmla="*/ 1240482 w 1914616"/>
                <a:gd name="connsiteY26" fmla="*/ 1496883 h 1929923"/>
                <a:gd name="connsiteX27" fmla="*/ 1147498 w 1914616"/>
                <a:gd name="connsiteY27" fmla="*/ 1486317 h 1929923"/>
                <a:gd name="connsiteX28" fmla="*/ 1109460 w 1914616"/>
                <a:gd name="connsiteY28" fmla="*/ 1494770 h 1929923"/>
                <a:gd name="connsiteX29" fmla="*/ 1147498 w 1914616"/>
                <a:gd name="connsiteY29" fmla="*/ 1496883 h 1929923"/>
                <a:gd name="connsiteX30" fmla="*/ 1210896 w 1914616"/>
                <a:gd name="connsiteY30" fmla="*/ 1513790 h 1929923"/>
                <a:gd name="connsiteX31" fmla="*/ 1073535 w 1914616"/>
                <a:gd name="connsiteY31" fmla="*/ 1551829 h 1929923"/>
                <a:gd name="connsiteX32" fmla="*/ 898134 w 1914616"/>
                <a:gd name="connsiteY32" fmla="*/ 1581414 h 1929923"/>
                <a:gd name="connsiteX33" fmla="*/ 862209 w 1914616"/>
                <a:gd name="connsiteY33" fmla="*/ 1606773 h 1929923"/>
                <a:gd name="connsiteX34" fmla="*/ 813604 w 1914616"/>
                <a:gd name="connsiteY34" fmla="*/ 1638472 h 1929923"/>
                <a:gd name="connsiteX35" fmla="*/ 678355 w 1914616"/>
                <a:gd name="connsiteY35" fmla="*/ 1720889 h 1929923"/>
                <a:gd name="connsiteX36" fmla="*/ 342348 w 1914616"/>
                <a:gd name="connsiteY36" fmla="*/ 1870931 h 1929923"/>
                <a:gd name="connsiteX37" fmla="*/ 156381 w 1914616"/>
                <a:gd name="connsiteY37" fmla="*/ 1917423 h 1929923"/>
                <a:gd name="connsiteX38" fmla="*/ 57058 w 1914616"/>
                <a:gd name="connsiteY38" fmla="*/ 1908969 h 1929923"/>
                <a:gd name="connsiteX39" fmla="*/ 0 w 1914616"/>
                <a:gd name="connsiteY39" fmla="*/ 1809646 h 1929923"/>
                <a:gd name="connsiteX40" fmla="*/ 112003 w 1914616"/>
                <a:gd name="connsiteY40" fmla="*/ 1691303 h 1929923"/>
                <a:gd name="connsiteX41" fmla="*/ 416312 w 1914616"/>
                <a:gd name="connsiteY41" fmla="*/ 1598320 h 1929923"/>
                <a:gd name="connsiteX42" fmla="*/ 608618 w 1914616"/>
                <a:gd name="connsiteY42" fmla="*/ 1566621 h 1929923"/>
                <a:gd name="connsiteX43" fmla="*/ 836849 w 1914616"/>
                <a:gd name="connsiteY43" fmla="*/ 1511676 h 1929923"/>
                <a:gd name="connsiteX44" fmla="*/ 1048175 w 1914616"/>
                <a:gd name="connsiteY44" fmla="*/ 1412353 h 1929923"/>
                <a:gd name="connsiteX45" fmla="*/ 1244180 w 1914616"/>
                <a:gd name="connsiteY45" fmla="*/ 1396504 h 1929923"/>
                <a:gd name="connsiteX46" fmla="*/ 946179 w 1914616"/>
                <a:gd name="connsiteY46" fmla="*/ 991 h 1929923"/>
                <a:gd name="connsiteX47" fmla="*/ 982666 w 1914616"/>
                <a:gd name="connsiteY47" fmla="*/ 18162 h 1929923"/>
                <a:gd name="connsiteX48" fmla="*/ 1151726 w 1914616"/>
                <a:gd name="connsiteY48" fmla="*/ 70993 h 1929923"/>
                <a:gd name="connsiteX49" fmla="*/ 1155953 w 1914616"/>
                <a:gd name="connsiteY49" fmla="*/ 111145 h 1929923"/>
                <a:gd name="connsiteX50" fmla="*/ 1155953 w 1914616"/>
                <a:gd name="connsiteY50" fmla="*/ 208355 h 1929923"/>
                <a:gd name="connsiteX51" fmla="*/ 1117914 w 1914616"/>
                <a:gd name="connsiteY51" fmla="*/ 373189 h 1929923"/>
                <a:gd name="connsiteX52" fmla="*/ 1067196 w 1914616"/>
                <a:gd name="connsiteY52" fmla="*/ 493645 h 1929923"/>
                <a:gd name="connsiteX53" fmla="*/ 1016478 w 1914616"/>
                <a:gd name="connsiteY53" fmla="*/ 563382 h 1929923"/>
                <a:gd name="connsiteX54" fmla="*/ 989006 w 1914616"/>
                <a:gd name="connsiteY54" fmla="*/ 624667 h 1929923"/>
                <a:gd name="connsiteX55" fmla="*/ 965495 w 1914616"/>
                <a:gd name="connsiteY55" fmla="*/ 646328 h 1929923"/>
                <a:gd name="connsiteX56" fmla="*/ 959415 w 1914616"/>
                <a:gd name="connsiteY56" fmla="*/ 645000 h 1929923"/>
                <a:gd name="connsiteX57" fmla="*/ 880948 w 1914616"/>
                <a:gd name="connsiteY57" fmla="*/ 615551 h 1929923"/>
                <a:gd name="connsiteX58" fmla="*/ 856567 w 1914616"/>
                <a:gd name="connsiteY58" fmla="*/ 604576 h 1929923"/>
                <a:gd name="connsiteX59" fmla="*/ 773453 w 1914616"/>
                <a:gd name="connsiteY59" fmla="*/ 559156 h 1929923"/>
                <a:gd name="connsiteX60" fmla="*/ 846625 w 1914616"/>
                <a:gd name="connsiteY60" fmla="*/ 600101 h 1929923"/>
                <a:gd name="connsiteX61" fmla="*/ 856567 w 1914616"/>
                <a:gd name="connsiteY61" fmla="*/ 604576 h 1929923"/>
                <a:gd name="connsiteX62" fmla="*/ 867229 w 1914616"/>
                <a:gd name="connsiteY62" fmla="*/ 610403 h 1929923"/>
                <a:gd name="connsiteX63" fmla="*/ 880948 w 1914616"/>
                <a:gd name="connsiteY63" fmla="*/ 615551 h 1929923"/>
                <a:gd name="connsiteX64" fmla="*/ 934060 w 1914616"/>
                <a:gd name="connsiteY64" fmla="*/ 639460 h 1929923"/>
                <a:gd name="connsiteX65" fmla="*/ 959415 w 1914616"/>
                <a:gd name="connsiteY65" fmla="*/ 645000 h 1929923"/>
                <a:gd name="connsiteX66" fmla="*/ 978439 w 1914616"/>
                <a:gd name="connsiteY66" fmla="*/ 652139 h 1929923"/>
                <a:gd name="connsiteX67" fmla="*/ 984779 w 1914616"/>
                <a:gd name="connsiteY67" fmla="*/ 662705 h 1929923"/>
                <a:gd name="connsiteX68" fmla="*/ 955193 w 1914616"/>
                <a:gd name="connsiteY68" fmla="*/ 918410 h 1929923"/>
                <a:gd name="connsiteX69" fmla="*/ 938287 w 1914616"/>
                <a:gd name="connsiteY69" fmla="*/ 994487 h 1929923"/>
                <a:gd name="connsiteX70" fmla="*/ 921381 w 1914616"/>
                <a:gd name="connsiteY70" fmla="*/ 1030413 h 1929923"/>
                <a:gd name="connsiteX71" fmla="*/ 754433 w 1914616"/>
                <a:gd name="connsiteY71" fmla="*/ 797954 h 1929923"/>
                <a:gd name="connsiteX72" fmla="*/ 655111 w 1914616"/>
                <a:gd name="connsiteY72" fmla="*/ 728217 h 1929923"/>
                <a:gd name="connsiteX73" fmla="*/ 579033 w 1914616"/>
                <a:gd name="connsiteY73" fmla="*/ 508438 h 1929923"/>
                <a:gd name="connsiteX74" fmla="*/ 616511 w 1914616"/>
                <a:gd name="connsiteY74" fmla="*/ 312772 h 1929923"/>
                <a:gd name="connsiteX75" fmla="*/ 699489 w 1914616"/>
                <a:gd name="connsiteY75" fmla="*/ 333037 h 1929923"/>
                <a:gd name="connsiteX76" fmla="*/ 614958 w 1914616"/>
                <a:gd name="connsiteY76" fmla="*/ 265413 h 1929923"/>
                <a:gd name="connsiteX77" fmla="*/ 585372 w 1914616"/>
                <a:gd name="connsiteY77" fmla="*/ 197789 h 1929923"/>
                <a:gd name="connsiteX78" fmla="*/ 576920 w 1914616"/>
                <a:gd name="connsiteY78" fmla="*/ 101013 h 1929923"/>
                <a:gd name="connsiteX79" fmla="*/ 710055 w 1914616"/>
                <a:gd name="connsiteY79" fmla="*/ 229487 h 1929923"/>
                <a:gd name="connsiteX80" fmla="*/ 737527 w 1914616"/>
                <a:gd name="connsiteY80" fmla="*/ 157637 h 1929923"/>
                <a:gd name="connsiteX81" fmla="*/ 777680 w 1914616"/>
                <a:gd name="connsiteY81" fmla="*/ 115372 h 1929923"/>
                <a:gd name="connsiteX82" fmla="*/ 853757 w 1914616"/>
                <a:gd name="connsiteY82" fmla="*/ 60427 h 1929923"/>
                <a:gd name="connsiteX83" fmla="*/ 946179 w 1914616"/>
                <a:gd name="connsiteY83" fmla="*/ 991 h 1929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1914616" h="1929923">
                  <a:moveTo>
                    <a:pt x="1895064" y="1476543"/>
                  </a:moveTo>
                  <a:lnTo>
                    <a:pt x="1912499" y="1486317"/>
                  </a:lnTo>
                  <a:cubicBezTo>
                    <a:pt x="1920952" y="1503222"/>
                    <a:pt x="1901932" y="1507449"/>
                    <a:pt x="1893480" y="1518016"/>
                  </a:cubicBezTo>
                  <a:cubicBezTo>
                    <a:pt x="1802609" y="1613112"/>
                    <a:pt x="1696946" y="1691303"/>
                    <a:pt x="1597623" y="1777947"/>
                  </a:cubicBezTo>
                  <a:cubicBezTo>
                    <a:pt x="1542678" y="1826552"/>
                    <a:pt x="1479280" y="1864591"/>
                    <a:pt x="1415882" y="1902629"/>
                  </a:cubicBezTo>
                  <a:cubicBezTo>
                    <a:pt x="1335579" y="1921649"/>
                    <a:pt x="1318673" y="1911083"/>
                    <a:pt x="1299653" y="1832892"/>
                  </a:cubicBezTo>
                  <a:cubicBezTo>
                    <a:pt x="1270068" y="1710323"/>
                    <a:pt x="1322899" y="1638472"/>
                    <a:pt x="1453921" y="1627905"/>
                  </a:cubicBezTo>
                  <a:cubicBezTo>
                    <a:pt x="1464487" y="1627905"/>
                    <a:pt x="1475054" y="1627905"/>
                    <a:pt x="1481394" y="1617339"/>
                  </a:cubicBezTo>
                  <a:cubicBezTo>
                    <a:pt x="1485620" y="1608886"/>
                    <a:pt x="1479280" y="1604660"/>
                    <a:pt x="1472941" y="1598319"/>
                  </a:cubicBezTo>
                  <a:cubicBezTo>
                    <a:pt x="1462374" y="1585640"/>
                    <a:pt x="1432788" y="1583527"/>
                    <a:pt x="1441242" y="1564507"/>
                  </a:cubicBezTo>
                  <a:cubicBezTo>
                    <a:pt x="1451808" y="1543375"/>
                    <a:pt x="1477167" y="1556054"/>
                    <a:pt x="1496186" y="1560281"/>
                  </a:cubicBezTo>
                  <a:cubicBezTo>
                    <a:pt x="1515206" y="1568734"/>
                    <a:pt x="1536338" y="1570847"/>
                    <a:pt x="1553244" y="1583527"/>
                  </a:cubicBezTo>
                  <a:cubicBezTo>
                    <a:pt x="1563811" y="1566620"/>
                    <a:pt x="1536338" y="1556054"/>
                    <a:pt x="1553244" y="1541262"/>
                  </a:cubicBezTo>
                  <a:cubicBezTo>
                    <a:pt x="1572264" y="1520129"/>
                    <a:pt x="1589170" y="1526469"/>
                    <a:pt x="1606076" y="1541262"/>
                  </a:cubicBezTo>
                  <a:cubicBezTo>
                    <a:pt x="1642001" y="1589867"/>
                    <a:pt x="1618736" y="1597569"/>
                    <a:pt x="1715007" y="1529154"/>
                  </a:cubicBezTo>
                  <a:cubicBezTo>
                    <a:pt x="1743824" y="1568556"/>
                    <a:pt x="1732092" y="1565690"/>
                    <a:pt x="1800299" y="1520899"/>
                  </a:cubicBezTo>
                  <a:cubicBezTo>
                    <a:pt x="1808751" y="1533578"/>
                    <a:pt x="1855440" y="1494770"/>
                    <a:pt x="1874460" y="1477864"/>
                  </a:cubicBezTo>
                  <a:cubicBezTo>
                    <a:pt x="1880800" y="1479977"/>
                    <a:pt x="1888196" y="1477335"/>
                    <a:pt x="1895064" y="1476543"/>
                  </a:cubicBezTo>
                  <a:close/>
                  <a:moveTo>
                    <a:pt x="1244180" y="1396504"/>
                  </a:moveTo>
                  <a:cubicBezTo>
                    <a:pt x="1304408" y="1400202"/>
                    <a:pt x="1363051" y="1412353"/>
                    <a:pt x="1430676" y="1431372"/>
                  </a:cubicBezTo>
                  <a:cubicBezTo>
                    <a:pt x="1437015" y="1433485"/>
                    <a:pt x="1443355" y="1433485"/>
                    <a:pt x="1443355" y="1441939"/>
                  </a:cubicBezTo>
                  <a:cubicBezTo>
                    <a:pt x="1445468" y="1452505"/>
                    <a:pt x="1437015" y="1454618"/>
                    <a:pt x="1428562" y="1456732"/>
                  </a:cubicBezTo>
                  <a:cubicBezTo>
                    <a:pt x="1407429" y="1465184"/>
                    <a:pt x="1388411" y="1473638"/>
                    <a:pt x="1363051" y="1463072"/>
                  </a:cubicBezTo>
                  <a:cubicBezTo>
                    <a:pt x="1339805" y="1452505"/>
                    <a:pt x="1312333" y="1454618"/>
                    <a:pt x="1286973" y="1450392"/>
                  </a:cubicBezTo>
                  <a:cubicBezTo>
                    <a:pt x="1261615" y="1439826"/>
                    <a:pt x="1227802" y="1437712"/>
                    <a:pt x="1198217" y="1446166"/>
                  </a:cubicBezTo>
                  <a:cubicBezTo>
                    <a:pt x="1227802" y="1450392"/>
                    <a:pt x="1267955" y="1454618"/>
                    <a:pt x="1286973" y="1467298"/>
                  </a:cubicBezTo>
                  <a:cubicBezTo>
                    <a:pt x="1289087" y="1509563"/>
                    <a:pt x="1257388" y="1492658"/>
                    <a:pt x="1240482" y="1496883"/>
                  </a:cubicBezTo>
                  <a:cubicBezTo>
                    <a:pt x="1213009" y="1490544"/>
                    <a:pt x="1170744" y="1482091"/>
                    <a:pt x="1147498" y="1486317"/>
                  </a:cubicBezTo>
                  <a:cubicBezTo>
                    <a:pt x="1134819" y="1490544"/>
                    <a:pt x="1115800" y="1492658"/>
                    <a:pt x="1109460" y="1494770"/>
                  </a:cubicBezTo>
                  <a:cubicBezTo>
                    <a:pt x="1115800" y="1496883"/>
                    <a:pt x="1132705" y="1498997"/>
                    <a:pt x="1147498" y="1496883"/>
                  </a:cubicBezTo>
                  <a:cubicBezTo>
                    <a:pt x="1181310" y="1492658"/>
                    <a:pt x="1202443" y="1494770"/>
                    <a:pt x="1210896" y="1513790"/>
                  </a:cubicBezTo>
                  <a:cubicBezTo>
                    <a:pt x="1166518" y="1530696"/>
                    <a:pt x="1115800" y="1524356"/>
                    <a:pt x="1073535" y="1551829"/>
                  </a:cubicBezTo>
                  <a:cubicBezTo>
                    <a:pt x="1014363" y="1562395"/>
                    <a:pt x="957305" y="1572961"/>
                    <a:pt x="898134" y="1581414"/>
                  </a:cubicBezTo>
                  <a:cubicBezTo>
                    <a:pt x="881228" y="1583528"/>
                    <a:pt x="870662" y="1591980"/>
                    <a:pt x="862209" y="1606773"/>
                  </a:cubicBezTo>
                  <a:cubicBezTo>
                    <a:pt x="857982" y="1613113"/>
                    <a:pt x="832624" y="1625793"/>
                    <a:pt x="813604" y="1638472"/>
                  </a:cubicBezTo>
                  <a:lnTo>
                    <a:pt x="678355" y="1720889"/>
                  </a:lnTo>
                  <a:cubicBezTo>
                    <a:pt x="572693" y="1788513"/>
                    <a:pt x="467030" y="1839232"/>
                    <a:pt x="342348" y="1870931"/>
                  </a:cubicBezTo>
                  <a:cubicBezTo>
                    <a:pt x="333894" y="1873043"/>
                    <a:pt x="228231" y="1887837"/>
                    <a:pt x="156381" y="1917423"/>
                  </a:cubicBezTo>
                  <a:cubicBezTo>
                    <a:pt x="118343" y="1934328"/>
                    <a:pt x="84530" y="1936441"/>
                    <a:pt x="57058" y="1908969"/>
                  </a:cubicBezTo>
                  <a:cubicBezTo>
                    <a:pt x="29586" y="1879384"/>
                    <a:pt x="14793" y="1851911"/>
                    <a:pt x="0" y="1809646"/>
                  </a:cubicBezTo>
                  <a:cubicBezTo>
                    <a:pt x="69738" y="1750475"/>
                    <a:pt x="57058" y="1731456"/>
                    <a:pt x="112003" y="1691303"/>
                  </a:cubicBezTo>
                  <a:cubicBezTo>
                    <a:pt x="293743" y="1579301"/>
                    <a:pt x="369820" y="1600433"/>
                    <a:pt x="416312" y="1598320"/>
                  </a:cubicBezTo>
                  <a:cubicBezTo>
                    <a:pt x="469143" y="1591980"/>
                    <a:pt x="530428" y="1591980"/>
                    <a:pt x="608618" y="1566621"/>
                  </a:cubicBezTo>
                  <a:cubicBezTo>
                    <a:pt x="712168" y="1534922"/>
                    <a:pt x="762885" y="1532809"/>
                    <a:pt x="836849" y="1511676"/>
                  </a:cubicBezTo>
                  <a:cubicBezTo>
                    <a:pt x="934060" y="1486317"/>
                    <a:pt x="982665" y="1439826"/>
                    <a:pt x="1048175" y="1412353"/>
                  </a:cubicBezTo>
                  <a:cubicBezTo>
                    <a:pt x="1122139" y="1397560"/>
                    <a:pt x="1183952" y="1392805"/>
                    <a:pt x="1244180" y="1396504"/>
                  </a:cubicBezTo>
                  <a:close/>
                  <a:moveTo>
                    <a:pt x="946179" y="991"/>
                  </a:moveTo>
                  <a:cubicBezTo>
                    <a:pt x="959024" y="3105"/>
                    <a:pt x="971571" y="8652"/>
                    <a:pt x="982666" y="18162"/>
                  </a:cubicBezTo>
                  <a:cubicBezTo>
                    <a:pt x="1031271" y="51974"/>
                    <a:pt x="1096782" y="60427"/>
                    <a:pt x="1151726" y="70993"/>
                  </a:cubicBezTo>
                  <a:cubicBezTo>
                    <a:pt x="1153840" y="90013"/>
                    <a:pt x="1155953" y="98466"/>
                    <a:pt x="1155953" y="111145"/>
                  </a:cubicBezTo>
                  <a:lnTo>
                    <a:pt x="1155953" y="208355"/>
                  </a:lnTo>
                  <a:cubicBezTo>
                    <a:pt x="1122141" y="261186"/>
                    <a:pt x="1115801" y="307678"/>
                    <a:pt x="1117914" y="373189"/>
                  </a:cubicBezTo>
                  <a:cubicBezTo>
                    <a:pt x="1120027" y="417568"/>
                    <a:pt x="1098895" y="459833"/>
                    <a:pt x="1067196" y="493645"/>
                  </a:cubicBezTo>
                  <a:cubicBezTo>
                    <a:pt x="1048177" y="514777"/>
                    <a:pt x="1033384" y="529570"/>
                    <a:pt x="1016478" y="563382"/>
                  </a:cubicBezTo>
                  <a:cubicBezTo>
                    <a:pt x="1005912" y="586628"/>
                    <a:pt x="999572" y="605647"/>
                    <a:pt x="989006" y="624667"/>
                  </a:cubicBezTo>
                  <a:cubicBezTo>
                    <a:pt x="983723" y="638403"/>
                    <a:pt x="975269" y="644743"/>
                    <a:pt x="965495" y="646328"/>
                  </a:cubicBezTo>
                  <a:lnTo>
                    <a:pt x="959415" y="645000"/>
                  </a:lnTo>
                  <a:lnTo>
                    <a:pt x="880948" y="615551"/>
                  </a:lnTo>
                  <a:lnTo>
                    <a:pt x="856567" y="604576"/>
                  </a:lnTo>
                  <a:lnTo>
                    <a:pt x="773453" y="559156"/>
                  </a:lnTo>
                  <a:cubicBezTo>
                    <a:pt x="792472" y="576062"/>
                    <a:pt x="818360" y="588213"/>
                    <a:pt x="846625" y="600101"/>
                  </a:cubicBezTo>
                  <a:lnTo>
                    <a:pt x="856567" y="604576"/>
                  </a:lnTo>
                  <a:lnTo>
                    <a:pt x="867229" y="610403"/>
                  </a:lnTo>
                  <a:lnTo>
                    <a:pt x="880948" y="615551"/>
                  </a:lnTo>
                  <a:lnTo>
                    <a:pt x="934060" y="639460"/>
                  </a:lnTo>
                  <a:lnTo>
                    <a:pt x="959415" y="645000"/>
                  </a:lnTo>
                  <a:lnTo>
                    <a:pt x="978439" y="652139"/>
                  </a:lnTo>
                  <a:cubicBezTo>
                    <a:pt x="982666" y="654253"/>
                    <a:pt x="984779" y="658479"/>
                    <a:pt x="984779" y="662705"/>
                  </a:cubicBezTo>
                  <a:cubicBezTo>
                    <a:pt x="1001685" y="751463"/>
                    <a:pt x="965759" y="831766"/>
                    <a:pt x="955193" y="918410"/>
                  </a:cubicBezTo>
                  <a:cubicBezTo>
                    <a:pt x="953080" y="943769"/>
                    <a:pt x="944627" y="969128"/>
                    <a:pt x="938287" y="994487"/>
                  </a:cubicBezTo>
                  <a:cubicBezTo>
                    <a:pt x="925608" y="1002941"/>
                    <a:pt x="944627" y="1026186"/>
                    <a:pt x="921381" y="1030413"/>
                  </a:cubicBezTo>
                  <a:cubicBezTo>
                    <a:pt x="879116" y="943769"/>
                    <a:pt x="813605" y="871918"/>
                    <a:pt x="754433" y="797954"/>
                  </a:cubicBezTo>
                  <a:cubicBezTo>
                    <a:pt x="729075" y="768368"/>
                    <a:pt x="688922" y="749350"/>
                    <a:pt x="655111" y="728217"/>
                  </a:cubicBezTo>
                  <a:cubicBezTo>
                    <a:pt x="574806" y="677498"/>
                    <a:pt x="547334" y="595081"/>
                    <a:pt x="579033" y="508438"/>
                  </a:cubicBezTo>
                  <a:cubicBezTo>
                    <a:pt x="602279" y="451380"/>
                    <a:pt x="605945" y="374057"/>
                    <a:pt x="616511" y="312772"/>
                  </a:cubicBezTo>
                  <a:cubicBezTo>
                    <a:pt x="641870" y="325451"/>
                    <a:pt x="669903" y="366849"/>
                    <a:pt x="699489" y="333037"/>
                  </a:cubicBezTo>
                  <a:cubicBezTo>
                    <a:pt x="640318" y="333037"/>
                    <a:pt x="629751" y="320357"/>
                    <a:pt x="614958" y="265413"/>
                  </a:cubicBezTo>
                  <a:cubicBezTo>
                    <a:pt x="608619" y="242168"/>
                    <a:pt x="591712" y="225188"/>
                    <a:pt x="585372" y="197789"/>
                  </a:cubicBezTo>
                  <a:cubicBezTo>
                    <a:pt x="579033" y="170389"/>
                    <a:pt x="553673" y="130598"/>
                    <a:pt x="576920" y="101013"/>
                  </a:cubicBezTo>
                  <a:cubicBezTo>
                    <a:pt x="644544" y="98899"/>
                    <a:pt x="705828" y="136505"/>
                    <a:pt x="710055" y="229487"/>
                  </a:cubicBezTo>
                  <a:cubicBezTo>
                    <a:pt x="739641" y="212582"/>
                    <a:pt x="739641" y="185109"/>
                    <a:pt x="737527" y="157637"/>
                  </a:cubicBezTo>
                  <a:cubicBezTo>
                    <a:pt x="735414" y="128051"/>
                    <a:pt x="741754" y="109032"/>
                    <a:pt x="777680" y="115372"/>
                  </a:cubicBezTo>
                  <a:cubicBezTo>
                    <a:pt x="822058" y="123824"/>
                    <a:pt x="841077" y="96352"/>
                    <a:pt x="853757" y="60427"/>
                  </a:cubicBezTo>
                  <a:cubicBezTo>
                    <a:pt x="866436" y="19218"/>
                    <a:pt x="907645" y="-5348"/>
                    <a:pt x="946179" y="991"/>
                  </a:cubicBezTo>
                  <a:close/>
                </a:path>
              </a:pathLst>
            </a:custGeom>
            <a:solidFill>
              <a:srgbClr val="FECB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26022AE-2BDC-4C9C-ABD4-32E3416F0D07}"/>
                </a:ext>
              </a:extLst>
            </p:cNvPr>
            <p:cNvGrpSpPr/>
            <p:nvPr/>
          </p:nvGrpSpPr>
          <p:grpSpPr>
            <a:xfrm>
              <a:off x="1314164" y="2864343"/>
              <a:ext cx="1013391" cy="285088"/>
              <a:chOff x="8963351" y="2835327"/>
              <a:chExt cx="1121835" cy="315595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39472A1-17DD-4938-90B5-64C518A214D7}"/>
                  </a:ext>
                </a:extLst>
              </p:cNvPr>
              <p:cNvSpPr/>
              <p:nvPr/>
            </p:nvSpPr>
            <p:spPr>
              <a:xfrm>
                <a:off x="9991610" y="2901191"/>
                <a:ext cx="93576" cy="163758"/>
              </a:xfrm>
              <a:custGeom>
                <a:avLst/>
                <a:gdLst>
                  <a:gd name="connsiteX0" fmla="*/ 66128 w 93575"/>
                  <a:gd name="connsiteY0" fmla="*/ 106158 h 163757"/>
                  <a:gd name="connsiteX1" fmla="*/ 45074 w 93575"/>
                  <a:gd name="connsiteY1" fmla="*/ 108498 h 163757"/>
                  <a:gd name="connsiteX2" fmla="*/ 45074 w 93575"/>
                  <a:gd name="connsiteY2" fmla="*/ 42994 h 163757"/>
                  <a:gd name="connsiteX3" fmla="*/ 66128 w 93575"/>
                  <a:gd name="connsiteY3" fmla="*/ 87443 h 163757"/>
                  <a:gd name="connsiteX4" fmla="*/ 66128 w 93575"/>
                  <a:gd name="connsiteY4" fmla="*/ 106158 h 163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3575" h="163757">
                    <a:moveTo>
                      <a:pt x="66128" y="106158"/>
                    </a:moveTo>
                    <a:cubicBezTo>
                      <a:pt x="59110" y="110837"/>
                      <a:pt x="52092" y="141249"/>
                      <a:pt x="45074" y="108498"/>
                    </a:cubicBezTo>
                    <a:cubicBezTo>
                      <a:pt x="40395" y="89782"/>
                      <a:pt x="45074" y="68728"/>
                      <a:pt x="45074" y="42994"/>
                    </a:cubicBezTo>
                    <a:cubicBezTo>
                      <a:pt x="63789" y="57031"/>
                      <a:pt x="49753" y="80425"/>
                      <a:pt x="66128" y="87443"/>
                    </a:cubicBezTo>
                    <a:cubicBezTo>
                      <a:pt x="66128" y="94461"/>
                      <a:pt x="66128" y="101479"/>
                      <a:pt x="66128" y="106158"/>
                    </a:cubicBezTo>
                    <a:close/>
                  </a:path>
                </a:pathLst>
              </a:custGeom>
              <a:solidFill>
                <a:srgbClr val="050505"/>
              </a:solidFill>
              <a:ln w="233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3A22014B-B13C-4185-8200-B9769F960E7E}"/>
                  </a:ext>
                </a:extLst>
              </p:cNvPr>
              <p:cNvSpPr/>
              <p:nvPr/>
            </p:nvSpPr>
            <p:spPr>
              <a:xfrm>
                <a:off x="9071658" y="2854204"/>
                <a:ext cx="444486" cy="257334"/>
              </a:xfrm>
              <a:custGeom>
                <a:avLst/>
                <a:gdLst>
                  <a:gd name="connsiteX0" fmla="*/ 422284 w 444485"/>
                  <a:gd name="connsiteY0" fmla="*/ 183557 h 257333"/>
                  <a:gd name="connsiteX1" fmla="*/ 375496 w 444485"/>
                  <a:gd name="connsiteY1" fmla="*/ 223327 h 257333"/>
                  <a:gd name="connsiteX2" fmla="*/ 66696 w 444485"/>
                  <a:gd name="connsiteY2" fmla="*/ 150805 h 257333"/>
                  <a:gd name="connsiteX3" fmla="*/ 45641 w 444485"/>
                  <a:gd name="connsiteY3" fmla="*/ 94660 h 257333"/>
                  <a:gd name="connsiteX4" fmla="*/ 104126 w 444485"/>
                  <a:gd name="connsiteY4" fmla="*/ 47872 h 257333"/>
                  <a:gd name="connsiteX5" fmla="*/ 377836 w 444485"/>
                  <a:gd name="connsiteY5" fmla="*/ 120393 h 257333"/>
                  <a:gd name="connsiteX6" fmla="*/ 422284 w 444485"/>
                  <a:gd name="connsiteY6" fmla="*/ 183557 h 257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44485" h="257333">
                    <a:moveTo>
                      <a:pt x="422284" y="183557"/>
                    </a:moveTo>
                    <a:cubicBezTo>
                      <a:pt x="429303" y="223327"/>
                      <a:pt x="408248" y="232684"/>
                      <a:pt x="375496" y="223327"/>
                    </a:cubicBezTo>
                    <a:cubicBezTo>
                      <a:pt x="272563" y="199933"/>
                      <a:pt x="169629" y="174199"/>
                      <a:pt x="66696" y="150805"/>
                    </a:cubicBezTo>
                    <a:cubicBezTo>
                      <a:pt x="29265" y="141448"/>
                      <a:pt x="47981" y="115714"/>
                      <a:pt x="45641" y="94660"/>
                    </a:cubicBezTo>
                    <a:cubicBezTo>
                      <a:pt x="38623" y="43193"/>
                      <a:pt x="54999" y="36175"/>
                      <a:pt x="104126" y="47872"/>
                    </a:cubicBezTo>
                    <a:cubicBezTo>
                      <a:pt x="197702" y="66587"/>
                      <a:pt x="286599" y="94660"/>
                      <a:pt x="377836" y="120393"/>
                    </a:cubicBezTo>
                    <a:cubicBezTo>
                      <a:pt x="415266" y="132090"/>
                      <a:pt x="431642" y="146127"/>
                      <a:pt x="422284" y="183557"/>
                    </a:cubicBezTo>
                    <a:close/>
                  </a:path>
                </a:pathLst>
              </a:custGeom>
              <a:solidFill>
                <a:srgbClr val="000000"/>
              </a:solidFill>
              <a:ln w="233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2A13BF2C-C30D-4AB7-9E53-47B7E89479AC}"/>
                  </a:ext>
                </a:extLst>
              </p:cNvPr>
              <p:cNvSpPr/>
              <p:nvPr/>
            </p:nvSpPr>
            <p:spPr>
              <a:xfrm>
                <a:off x="9480134" y="2950191"/>
                <a:ext cx="257334" cy="187152"/>
              </a:xfrm>
              <a:custGeom>
                <a:avLst/>
                <a:gdLst>
                  <a:gd name="connsiteX0" fmla="*/ 229034 w 257333"/>
                  <a:gd name="connsiteY0" fmla="*/ 80552 h 187151"/>
                  <a:gd name="connsiteX1" fmla="*/ 219676 w 257333"/>
                  <a:gd name="connsiteY1" fmla="*/ 122661 h 187151"/>
                  <a:gd name="connsiteX2" fmla="*/ 189264 w 257333"/>
                  <a:gd name="connsiteY2" fmla="*/ 153074 h 187151"/>
                  <a:gd name="connsiteX3" fmla="*/ 67615 w 257333"/>
                  <a:gd name="connsiteY3" fmla="*/ 141377 h 187151"/>
                  <a:gd name="connsiteX4" fmla="*/ 46561 w 257333"/>
                  <a:gd name="connsiteY4" fmla="*/ 89910 h 187151"/>
                  <a:gd name="connsiteX5" fmla="*/ 69955 w 257333"/>
                  <a:gd name="connsiteY5" fmla="*/ 43122 h 187151"/>
                  <a:gd name="connsiteX6" fmla="*/ 224355 w 257333"/>
                  <a:gd name="connsiteY6" fmla="*/ 66516 h 187151"/>
                  <a:gd name="connsiteX7" fmla="*/ 229034 w 257333"/>
                  <a:gd name="connsiteY7" fmla="*/ 80552 h 187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7333" h="187151">
                    <a:moveTo>
                      <a:pt x="229034" y="80552"/>
                    </a:moveTo>
                    <a:cubicBezTo>
                      <a:pt x="214997" y="92249"/>
                      <a:pt x="219676" y="108625"/>
                      <a:pt x="219676" y="122661"/>
                    </a:cubicBezTo>
                    <a:cubicBezTo>
                      <a:pt x="222016" y="143716"/>
                      <a:pt x="212658" y="155413"/>
                      <a:pt x="189264" y="153074"/>
                    </a:cubicBezTo>
                    <a:cubicBezTo>
                      <a:pt x="149494" y="148395"/>
                      <a:pt x="107385" y="146055"/>
                      <a:pt x="67615" y="141377"/>
                    </a:cubicBezTo>
                    <a:cubicBezTo>
                      <a:pt x="30185" y="136698"/>
                      <a:pt x="46561" y="108625"/>
                      <a:pt x="46561" y="89910"/>
                    </a:cubicBezTo>
                    <a:cubicBezTo>
                      <a:pt x="44221" y="71195"/>
                      <a:pt x="41882" y="40782"/>
                      <a:pt x="69955" y="43122"/>
                    </a:cubicBezTo>
                    <a:cubicBezTo>
                      <a:pt x="121421" y="47801"/>
                      <a:pt x="172888" y="57158"/>
                      <a:pt x="224355" y="66516"/>
                    </a:cubicBezTo>
                    <a:cubicBezTo>
                      <a:pt x="229034" y="66516"/>
                      <a:pt x="229034" y="75873"/>
                      <a:pt x="229034" y="80552"/>
                    </a:cubicBezTo>
                    <a:close/>
                  </a:path>
                </a:pathLst>
              </a:custGeom>
              <a:solidFill>
                <a:srgbClr val="020202"/>
              </a:solidFill>
              <a:ln w="233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D0E9BB03-A5C0-4C99-92D0-C81F43F9CD0E}"/>
                  </a:ext>
                </a:extLst>
              </p:cNvPr>
              <p:cNvSpPr/>
              <p:nvPr/>
            </p:nvSpPr>
            <p:spPr>
              <a:xfrm>
                <a:off x="9682317" y="2963770"/>
                <a:ext cx="280728" cy="187152"/>
              </a:xfrm>
              <a:custGeom>
                <a:avLst/>
                <a:gdLst>
                  <a:gd name="connsiteX0" fmla="*/ 239736 w 280727"/>
                  <a:gd name="connsiteY0" fmla="*/ 57616 h 187151"/>
                  <a:gd name="connsiteX1" fmla="*/ 237397 w 280727"/>
                  <a:gd name="connsiteY1" fmla="*/ 104404 h 187151"/>
                  <a:gd name="connsiteX2" fmla="*/ 211663 w 280727"/>
                  <a:gd name="connsiteY2" fmla="*/ 141834 h 187151"/>
                  <a:gd name="connsiteX3" fmla="*/ 80657 w 280727"/>
                  <a:gd name="connsiteY3" fmla="*/ 151192 h 187151"/>
                  <a:gd name="connsiteX4" fmla="*/ 47906 w 280727"/>
                  <a:gd name="connsiteY4" fmla="*/ 99725 h 187151"/>
                  <a:gd name="connsiteX5" fmla="*/ 66621 w 280727"/>
                  <a:gd name="connsiteY5" fmla="*/ 45919 h 187151"/>
                  <a:gd name="connsiteX6" fmla="*/ 235057 w 280727"/>
                  <a:gd name="connsiteY6" fmla="*/ 43579 h 187151"/>
                  <a:gd name="connsiteX7" fmla="*/ 239736 w 280727"/>
                  <a:gd name="connsiteY7" fmla="*/ 57616 h 187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0727" h="187151">
                    <a:moveTo>
                      <a:pt x="239736" y="57616"/>
                    </a:moveTo>
                    <a:cubicBezTo>
                      <a:pt x="225700" y="71652"/>
                      <a:pt x="235057" y="88028"/>
                      <a:pt x="237397" y="104404"/>
                    </a:cubicBezTo>
                    <a:cubicBezTo>
                      <a:pt x="244415" y="127798"/>
                      <a:pt x="235057" y="139495"/>
                      <a:pt x="211663" y="141834"/>
                    </a:cubicBezTo>
                    <a:cubicBezTo>
                      <a:pt x="167215" y="144173"/>
                      <a:pt x="125106" y="148852"/>
                      <a:pt x="80657" y="151192"/>
                    </a:cubicBezTo>
                    <a:cubicBezTo>
                      <a:pt x="40887" y="153531"/>
                      <a:pt x="52584" y="120779"/>
                      <a:pt x="47906" y="99725"/>
                    </a:cubicBezTo>
                    <a:cubicBezTo>
                      <a:pt x="43227" y="78670"/>
                      <a:pt x="33869" y="48258"/>
                      <a:pt x="66621" y="45919"/>
                    </a:cubicBezTo>
                    <a:cubicBezTo>
                      <a:pt x="122766" y="41240"/>
                      <a:pt x="178912" y="43579"/>
                      <a:pt x="235057" y="43579"/>
                    </a:cubicBezTo>
                    <a:cubicBezTo>
                      <a:pt x="235057" y="43579"/>
                      <a:pt x="237397" y="52937"/>
                      <a:pt x="239736" y="57616"/>
                    </a:cubicBezTo>
                    <a:close/>
                  </a:path>
                </a:pathLst>
              </a:custGeom>
              <a:solidFill>
                <a:srgbClr val="020202"/>
              </a:solidFill>
              <a:ln w="233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BDE1CA29-6011-4868-B376-D2AD91FACC70}"/>
                  </a:ext>
                </a:extLst>
              </p:cNvPr>
              <p:cNvSpPr/>
              <p:nvPr/>
            </p:nvSpPr>
            <p:spPr>
              <a:xfrm>
                <a:off x="8963351" y="2835327"/>
                <a:ext cx="140364" cy="187152"/>
              </a:xfrm>
              <a:custGeom>
                <a:avLst/>
                <a:gdLst>
                  <a:gd name="connsiteX0" fmla="*/ 43997 w 140363"/>
                  <a:gd name="connsiteY0" fmla="*/ 99500 h 187151"/>
                  <a:gd name="connsiteX1" fmla="*/ 76749 w 140363"/>
                  <a:gd name="connsiteY1" fmla="*/ 43355 h 187151"/>
                  <a:gd name="connsiteX2" fmla="*/ 104821 w 140363"/>
                  <a:gd name="connsiteY2" fmla="*/ 113537 h 187151"/>
                  <a:gd name="connsiteX3" fmla="*/ 72070 w 140363"/>
                  <a:gd name="connsiteY3" fmla="*/ 155646 h 187151"/>
                  <a:gd name="connsiteX4" fmla="*/ 43997 w 140363"/>
                  <a:gd name="connsiteY4" fmla="*/ 99500 h 187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363" h="187151">
                    <a:moveTo>
                      <a:pt x="43997" y="99500"/>
                    </a:moveTo>
                    <a:cubicBezTo>
                      <a:pt x="53355" y="80785"/>
                      <a:pt x="27621" y="38676"/>
                      <a:pt x="76749" y="43355"/>
                    </a:cubicBezTo>
                    <a:cubicBezTo>
                      <a:pt x="130555" y="48033"/>
                      <a:pt x="100143" y="90143"/>
                      <a:pt x="104821" y="113537"/>
                    </a:cubicBezTo>
                    <a:cubicBezTo>
                      <a:pt x="109500" y="134591"/>
                      <a:pt x="107161" y="157985"/>
                      <a:pt x="72070" y="155646"/>
                    </a:cubicBezTo>
                    <a:cubicBezTo>
                      <a:pt x="27621" y="153306"/>
                      <a:pt x="48676" y="120555"/>
                      <a:pt x="43997" y="995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33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1868C474-15E2-4039-8C4A-2D5EF23A2519}"/>
                  </a:ext>
                </a:extLst>
              </p:cNvPr>
              <p:cNvSpPr/>
              <p:nvPr/>
            </p:nvSpPr>
            <p:spPr>
              <a:xfrm>
                <a:off x="9892135" y="2926594"/>
                <a:ext cx="163758" cy="187152"/>
              </a:xfrm>
              <a:custGeom>
                <a:avLst/>
                <a:gdLst>
                  <a:gd name="connsiteX0" fmla="*/ 46294 w 163757"/>
                  <a:gd name="connsiteY0" fmla="*/ 155616 h 187151"/>
                  <a:gd name="connsiteX1" fmla="*/ 43954 w 163757"/>
                  <a:gd name="connsiteY1" fmla="*/ 111167 h 187151"/>
                  <a:gd name="connsiteX2" fmla="*/ 100100 w 163757"/>
                  <a:gd name="connsiteY2" fmla="*/ 45664 h 187151"/>
                  <a:gd name="connsiteX3" fmla="*/ 123494 w 163757"/>
                  <a:gd name="connsiteY3" fmla="*/ 64379 h 187151"/>
                  <a:gd name="connsiteX4" fmla="*/ 46294 w 163757"/>
                  <a:gd name="connsiteY4" fmla="*/ 155616 h 187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3757" h="187151">
                    <a:moveTo>
                      <a:pt x="46294" y="155616"/>
                    </a:moveTo>
                    <a:cubicBezTo>
                      <a:pt x="46294" y="141579"/>
                      <a:pt x="46294" y="125204"/>
                      <a:pt x="43954" y="111167"/>
                    </a:cubicBezTo>
                    <a:cubicBezTo>
                      <a:pt x="36936" y="66719"/>
                      <a:pt x="69688" y="57361"/>
                      <a:pt x="100100" y="45664"/>
                    </a:cubicBezTo>
                    <a:cubicBezTo>
                      <a:pt x="116476" y="38646"/>
                      <a:pt x="123494" y="45664"/>
                      <a:pt x="123494" y="64379"/>
                    </a:cubicBezTo>
                    <a:cubicBezTo>
                      <a:pt x="121155" y="115846"/>
                      <a:pt x="102439" y="153276"/>
                      <a:pt x="46294" y="155616"/>
                    </a:cubicBezTo>
                    <a:close/>
                  </a:path>
                </a:pathLst>
              </a:custGeom>
              <a:solidFill>
                <a:srgbClr val="020202"/>
              </a:solidFill>
              <a:ln w="233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51A4CB1-9979-4F51-A570-24E3748688BE}"/>
                </a:ext>
              </a:extLst>
            </p:cNvPr>
            <p:cNvSpPr/>
            <p:nvPr/>
          </p:nvSpPr>
          <p:spPr>
            <a:xfrm>
              <a:off x="1909694" y="1707401"/>
              <a:ext cx="217666" cy="1291202"/>
            </a:xfrm>
            <a:custGeom>
              <a:avLst/>
              <a:gdLst>
                <a:gd name="connsiteX0" fmla="*/ 200760 w 217666"/>
                <a:gd name="connsiteY0" fmla="*/ 1217238 h 1291202"/>
                <a:gd name="connsiteX1" fmla="*/ 217666 w 217666"/>
                <a:gd name="connsiteY1" fmla="*/ 1232030 h 1291202"/>
                <a:gd name="connsiteX2" fmla="*/ 202873 w 217666"/>
                <a:gd name="connsiteY2" fmla="*/ 1251050 h 1291202"/>
                <a:gd name="connsiteX3" fmla="*/ 183853 w 217666"/>
                <a:gd name="connsiteY3" fmla="*/ 1236257 h 1291202"/>
                <a:gd name="connsiteX4" fmla="*/ 200760 w 217666"/>
                <a:gd name="connsiteY4" fmla="*/ 1217238 h 1291202"/>
                <a:gd name="connsiteX5" fmla="*/ 188082 w 217666"/>
                <a:gd name="connsiteY5" fmla="*/ 929834 h 1291202"/>
                <a:gd name="connsiteX6" fmla="*/ 204988 w 217666"/>
                <a:gd name="connsiteY6" fmla="*/ 950967 h 1291202"/>
                <a:gd name="connsiteX7" fmla="*/ 181742 w 217666"/>
                <a:gd name="connsiteY7" fmla="*/ 969987 h 1291202"/>
                <a:gd name="connsiteX8" fmla="*/ 166949 w 217666"/>
                <a:gd name="connsiteY8" fmla="*/ 946740 h 1291202"/>
                <a:gd name="connsiteX9" fmla="*/ 188082 w 217666"/>
                <a:gd name="connsiteY9" fmla="*/ 929834 h 1291202"/>
                <a:gd name="connsiteX10" fmla="*/ 128909 w 217666"/>
                <a:gd name="connsiteY10" fmla="*/ 657225 h 1291202"/>
                <a:gd name="connsiteX11" fmla="*/ 141589 w 217666"/>
                <a:gd name="connsiteY11" fmla="*/ 674131 h 1291202"/>
                <a:gd name="connsiteX12" fmla="*/ 124682 w 217666"/>
                <a:gd name="connsiteY12" fmla="*/ 691037 h 1291202"/>
                <a:gd name="connsiteX13" fmla="*/ 109890 w 217666"/>
                <a:gd name="connsiteY13" fmla="*/ 672017 h 1291202"/>
                <a:gd name="connsiteX14" fmla="*/ 128909 w 217666"/>
                <a:gd name="connsiteY14" fmla="*/ 657225 h 1291202"/>
                <a:gd name="connsiteX15" fmla="*/ 69737 w 217666"/>
                <a:gd name="connsiteY15" fmla="*/ 623411 h 1291202"/>
                <a:gd name="connsiteX16" fmla="*/ 88757 w 217666"/>
                <a:gd name="connsiteY16" fmla="*/ 648770 h 1291202"/>
                <a:gd name="connsiteX17" fmla="*/ 120456 w 217666"/>
                <a:gd name="connsiteY17" fmla="*/ 828398 h 1291202"/>
                <a:gd name="connsiteX18" fmla="*/ 164834 w 217666"/>
                <a:gd name="connsiteY18" fmla="*/ 980552 h 1291202"/>
                <a:gd name="connsiteX19" fmla="*/ 173288 w 217666"/>
                <a:gd name="connsiteY19" fmla="*/ 1219351 h 1291202"/>
                <a:gd name="connsiteX20" fmla="*/ 147928 w 217666"/>
                <a:gd name="connsiteY20" fmla="*/ 1291202 h 1291202"/>
                <a:gd name="connsiteX21" fmla="*/ 137362 w 217666"/>
                <a:gd name="connsiteY21" fmla="*/ 1289088 h 1291202"/>
                <a:gd name="connsiteX22" fmla="*/ 158495 w 217666"/>
                <a:gd name="connsiteY22" fmla="*/ 1217238 h 1291202"/>
                <a:gd name="connsiteX23" fmla="*/ 150042 w 217666"/>
                <a:gd name="connsiteY23" fmla="*/ 980552 h 1291202"/>
                <a:gd name="connsiteX24" fmla="*/ 105663 w 217666"/>
                <a:gd name="connsiteY24" fmla="*/ 800925 h 1291202"/>
                <a:gd name="connsiteX25" fmla="*/ 69737 w 217666"/>
                <a:gd name="connsiteY25" fmla="*/ 623411 h 1291202"/>
                <a:gd name="connsiteX26" fmla="*/ 50719 w 217666"/>
                <a:gd name="connsiteY26" fmla="*/ 120456 h 1291202"/>
                <a:gd name="connsiteX27" fmla="*/ 67625 w 217666"/>
                <a:gd name="connsiteY27" fmla="*/ 137363 h 1291202"/>
                <a:gd name="connsiteX28" fmla="*/ 52832 w 217666"/>
                <a:gd name="connsiteY28" fmla="*/ 154269 h 1291202"/>
                <a:gd name="connsiteX29" fmla="*/ 33812 w 217666"/>
                <a:gd name="connsiteY29" fmla="*/ 139476 h 1291202"/>
                <a:gd name="connsiteX30" fmla="*/ 50719 w 217666"/>
                <a:gd name="connsiteY30" fmla="*/ 120456 h 1291202"/>
                <a:gd name="connsiteX31" fmla="*/ 8454 w 217666"/>
                <a:gd name="connsiteY31" fmla="*/ 0 h 1291202"/>
                <a:gd name="connsiteX32" fmla="*/ 10567 w 217666"/>
                <a:gd name="connsiteY32" fmla="*/ 99323 h 1291202"/>
                <a:gd name="connsiteX33" fmla="*/ 23247 w 217666"/>
                <a:gd name="connsiteY33" fmla="*/ 226119 h 1291202"/>
                <a:gd name="connsiteX34" fmla="*/ 42266 w 217666"/>
                <a:gd name="connsiteY34" fmla="*/ 460692 h 1291202"/>
                <a:gd name="connsiteX35" fmla="*/ 25360 w 217666"/>
                <a:gd name="connsiteY35" fmla="*/ 469144 h 1291202"/>
                <a:gd name="connsiteX36" fmla="*/ 2114 w 217666"/>
                <a:gd name="connsiteY36" fmla="*/ 109890 h 1291202"/>
                <a:gd name="connsiteX37" fmla="*/ 0 w 217666"/>
                <a:gd name="connsiteY37" fmla="*/ 29586 h 1291202"/>
                <a:gd name="connsiteX38" fmla="*/ 8454 w 217666"/>
                <a:gd name="connsiteY38" fmla="*/ 0 h 129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17666" h="1291202">
                  <a:moveTo>
                    <a:pt x="200760" y="1217238"/>
                  </a:moveTo>
                  <a:cubicBezTo>
                    <a:pt x="209213" y="1215124"/>
                    <a:pt x="215553" y="1221464"/>
                    <a:pt x="217666" y="1232030"/>
                  </a:cubicBezTo>
                  <a:cubicBezTo>
                    <a:pt x="217666" y="1242597"/>
                    <a:pt x="213440" y="1248937"/>
                    <a:pt x="202873" y="1251050"/>
                  </a:cubicBezTo>
                  <a:cubicBezTo>
                    <a:pt x="192307" y="1251050"/>
                    <a:pt x="185967" y="1244710"/>
                    <a:pt x="183853" y="1236257"/>
                  </a:cubicBezTo>
                  <a:cubicBezTo>
                    <a:pt x="183853" y="1225691"/>
                    <a:pt x="190194" y="1219351"/>
                    <a:pt x="200760" y="1217238"/>
                  </a:cubicBezTo>
                  <a:close/>
                  <a:moveTo>
                    <a:pt x="188082" y="929834"/>
                  </a:moveTo>
                  <a:cubicBezTo>
                    <a:pt x="198648" y="931948"/>
                    <a:pt x="207101" y="940401"/>
                    <a:pt x="204988" y="950967"/>
                  </a:cubicBezTo>
                  <a:cubicBezTo>
                    <a:pt x="204988" y="963647"/>
                    <a:pt x="196534" y="974214"/>
                    <a:pt x="181742" y="969987"/>
                  </a:cubicBezTo>
                  <a:cubicBezTo>
                    <a:pt x="169062" y="967873"/>
                    <a:pt x="164835" y="957307"/>
                    <a:pt x="166949" y="946740"/>
                  </a:cubicBezTo>
                  <a:cubicBezTo>
                    <a:pt x="169062" y="936174"/>
                    <a:pt x="175401" y="929834"/>
                    <a:pt x="188082" y="929834"/>
                  </a:cubicBezTo>
                  <a:close/>
                  <a:moveTo>
                    <a:pt x="128909" y="657225"/>
                  </a:moveTo>
                  <a:cubicBezTo>
                    <a:pt x="137362" y="659338"/>
                    <a:pt x="143702" y="665678"/>
                    <a:pt x="141589" y="674131"/>
                  </a:cubicBezTo>
                  <a:cubicBezTo>
                    <a:pt x="141589" y="684697"/>
                    <a:pt x="135249" y="691037"/>
                    <a:pt x="124682" y="691037"/>
                  </a:cubicBezTo>
                  <a:cubicBezTo>
                    <a:pt x="114116" y="688924"/>
                    <a:pt x="107776" y="684697"/>
                    <a:pt x="109890" y="672017"/>
                  </a:cubicBezTo>
                  <a:cubicBezTo>
                    <a:pt x="112003" y="661451"/>
                    <a:pt x="118343" y="655111"/>
                    <a:pt x="128909" y="657225"/>
                  </a:cubicBezTo>
                  <a:close/>
                  <a:moveTo>
                    <a:pt x="69737" y="623411"/>
                  </a:moveTo>
                  <a:cubicBezTo>
                    <a:pt x="86644" y="623411"/>
                    <a:pt x="86644" y="636091"/>
                    <a:pt x="88757" y="648770"/>
                  </a:cubicBezTo>
                  <a:cubicBezTo>
                    <a:pt x="103550" y="707942"/>
                    <a:pt x="122569" y="765000"/>
                    <a:pt x="120456" y="828398"/>
                  </a:cubicBezTo>
                  <a:cubicBezTo>
                    <a:pt x="118343" y="879116"/>
                    <a:pt x="139476" y="931948"/>
                    <a:pt x="164834" y="980552"/>
                  </a:cubicBezTo>
                  <a:cubicBezTo>
                    <a:pt x="204987" y="1058743"/>
                    <a:pt x="224007" y="1136933"/>
                    <a:pt x="173288" y="1219351"/>
                  </a:cubicBezTo>
                  <a:cubicBezTo>
                    <a:pt x="160608" y="1240483"/>
                    <a:pt x="156382" y="1267956"/>
                    <a:pt x="147928" y="1291202"/>
                  </a:cubicBezTo>
                  <a:cubicBezTo>
                    <a:pt x="143702" y="1291202"/>
                    <a:pt x="141589" y="1289088"/>
                    <a:pt x="137362" y="1289088"/>
                  </a:cubicBezTo>
                  <a:cubicBezTo>
                    <a:pt x="143702" y="1265843"/>
                    <a:pt x="145815" y="1238370"/>
                    <a:pt x="158495" y="1217238"/>
                  </a:cubicBezTo>
                  <a:cubicBezTo>
                    <a:pt x="207100" y="1134820"/>
                    <a:pt x="188081" y="1056630"/>
                    <a:pt x="150042" y="980552"/>
                  </a:cubicBezTo>
                  <a:cubicBezTo>
                    <a:pt x="122569" y="923494"/>
                    <a:pt x="101436" y="864323"/>
                    <a:pt x="105663" y="800925"/>
                  </a:cubicBezTo>
                  <a:cubicBezTo>
                    <a:pt x="109890" y="739640"/>
                    <a:pt x="73964" y="684696"/>
                    <a:pt x="69737" y="623411"/>
                  </a:cubicBezTo>
                  <a:close/>
                  <a:moveTo>
                    <a:pt x="50719" y="120456"/>
                  </a:moveTo>
                  <a:cubicBezTo>
                    <a:pt x="61286" y="120456"/>
                    <a:pt x="67625" y="126797"/>
                    <a:pt x="67625" y="137363"/>
                  </a:cubicBezTo>
                  <a:cubicBezTo>
                    <a:pt x="67625" y="147930"/>
                    <a:pt x="63399" y="154269"/>
                    <a:pt x="52832" y="154269"/>
                  </a:cubicBezTo>
                  <a:cubicBezTo>
                    <a:pt x="42266" y="154269"/>
                    <a:pt x="35926" y="150043"/>
                    <a:pt x="33812" y="139476"/>
                  </a:cubicBezTo>
                  <a:cubicBezTo>
                    <a:pt x="33812" y="128910"/>
                    <a:pt x="40153" y="124683"/>
                    <a:pt x="50719" y="120456"/>
                  </a:cubicBezTo>
                  <a:close/>
                  <a:moveTo>
                    <a:pt x="8454" y="0"/>
                  </a:moveTo>
                  <a:cubicBezTo>
                    <a:pt x="8454" y="35926"/>
                    <a:pt x="10567" y="63399"/>
                    <a:pt x="10567" y="99323"/>
                  </a:cubicBezTo>
                  <a:cubicBezTo>
                    <a:pt x="12681" y="139476"/>
                    <a:pt x="21133" y="190194"/>
                    <a:pt x="23247" y="226119"/>
                  </a:cubicBezTo>
                  <a:cubicBezTo>
                    <a:pt x="27474" y="291631"/>
                    <a:pt x="42266" y="458578"/>
                    <a:pt x="42266" y="460692"/>
                  </a:cubicBezTo>
                  <a:cubicBezTo>
                    <a:pt x="33814" y="462805"/>
                    <a:pt x="33814" y="464917"/>
                    <a:pt x="25360" y="469144"/>
                  </a:cubicBezTo>
                  <a:cubicBezTo>
                    <a:pt x="6341" y="350802"/>
                    <a:pt x="10567" y="221893"/>
                    <a:pt x="2114" y="109890"/>
                  </a:cubicBezTo>
                  <a:cubicBezTo>
                    <a:pt x="-2113" y="80305"/>
                    <a:pt x="2114" y="54945"/>
                    <a:pt x="0" y="29586"/>
                  </a:cubicBezTo>
                  <a:cubicBezTo>
                    <a:pt x="4227" y="10566"/>
                    <a:pt x="4227" y="14793"/>
                    <a:pt x="8454" y="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EA8A430-4480-4F24-9FC8-BA9C23429D9B}"/>
                </a:ext>
              </a:extLst>
            </p:cNvPr>
            <p:cNvSpPr/>
            <p:nvPr/>
          </p:nvSpPr>
          <p:spPr>
            <a:xfrm>
              <a:off x="971407" y="764890"/>
              <a:ext cx="1967442" cy="1883145"/>
            </a:xfrm>
            <a:custGeom>
              <a:avLst/>
              <a:gdLst>
                <a:gd name="connsiteX0" fmla="*/ 16907 w 1967442"/>
                <a:gd name="connsiteY0" fmla="*/ 1749777 h 1883145"/>
                <a:gd name="connsiteX1" fmla="*/ 59172 w 1967442"/>
                <a:gd name="connsiteY1" fmla="*/ 1832195 h 1883145"/>
                <a:gd name="connsiteX2" fmla="*/ 173288 w 1967442"/>
                <a:gd name="connsiteY2" fmla="*/ 1857554 h 1883145"/>
                <a:gd name="connsiteX3" fmla="*/ 323329 w 1967442"/>
                <a:gd name="connsiteY3" fmla="*/ 1817402 h 1883145"/>
                <a:gd name="connsiteX4" fmla="*/ 359255 w 1967442"/>
                <a:gd name="connsiteY4" fmla="*/ 1811062 h 1883145"/>
                <a:gd name="connsiteX5" fmla="*/ 346576 w 1967442"/>
                <a:gd name="connsiteY5" fmla="*/ 1851215 h 1883145"/>
                <a:gd name="connsiteX6" fmla="*/ 327556 w 1967442"/>
                <a:gd name="connsiteY6" fmla="*/ 1825855 h 1883145"/>
                <a:gd name="connsiteX7" fmla="*/ 177515 w 1967442"/>
                <a:gd name="connsiteY7" fmla="*/ 1872347 h 1883145"/>
                <a:gd name="connsiteX8" fmla="*/ 50719 w 1967442"/>
                <a:gd name="connsiteY8" fmla="*/ 1842761 h 1883145"/>
                <a:gd name="connsiteX9" fmla="*/ 12680 w 1967442"/>
                <a:gd name="connsiteY9" fmla="*/ 1779363 h 1883145"/>
                <a:gd name="connsiteX10" fmla="*/ 0 w 1967442"/>
                <a:gd name="connsiteY10" fmla="*/ 1751891 h 1883145"/>
                <a:gd name="connsiteX11" fmla="*/ 16907 w 1967442"/>
                <a:gd name="connsiteY11" fmla="*/ 1749777 h 1883145"/>
                <a:gd name="connsiteX12" fmla="*/ 1572262 w 1967442"/>
                <a:gd name="connsiteY12" fmla="*/ 1487733 h 1883145"/>
                <a:gd name="connsiteX13" fmla="*/ 1587056 w 1967442"/>
                <a:gd name="connsiteY13" fmla="*/ 1536339 h 1883145"/>
                <a:gd name="connsiteX14" fmla="*/ 1532111 w 1967442"/>
                <a:gd name="connsiteY14" fmla="*/ 1513093 h 1883145"/>
                <a:gd name="connsiteX15" fmla="*/ 1515204 w 1967442"/>
                <a:gd name="connsiteY15" fmla="*/ 1500413 h 1883145"/>
                <a:gd name="connsiteX16" fmla="*/ 1532111 w 1967442"/>
                <a:gd name="connsiteY16" fmla="*/ 1502526 h 1883145"/>
                <a:gd name="connsiteX17" fmla="*/ 1580716 w 1967442"/>
                <a:gd name="connsiteY17" fmla="*/ 1529998 h 1883145"/>
                <a:gd name="connsiteX18" fmla="*/ 1572262 w 1967442"/>
                <a:gd name="connsiteY18" fmla="*/ 1487733 h 1883145"/>
                <a:gd name="connsiteX19" fmla="*/ 1697209 w 1967442"/>
                <a:gd name="connsiteY19" fmla="*/ 1483508 h 1883145"/>
                <a:gd name="connsiteX20" fmla="*/ 1709624 w 1967442"/>
                <a:gd name="connsiteY20" fmla="*/ 1487734 h 1883145"/>
                <a:gd name="connsiteX21" fmla="*/ 1682151 w 1967442"/>
                <a:gd name="connsiteY21" fmla="*/ 1510981 h 1883145"/>
                <a:gd name="connsiteX22" fmla="*/ 1625093 w 1967442"/>
                <a:gd name="connsiteY22" fmla="*/ 1489848 h 1883145"/>
                <a:gd name="connsiteX23" fmla="*/ 1646226 w 1967442"/>
                <a:gd name="connsiteY23" fmla="*/ 1487734 h 1883145"/>
                <a:gd name="connsiteX24" fmla="*/ 1644113 w 1967442"/>
                <a:gd name="connsiteY24" fmla="*/ 1508867 h 1883145"/>
                <a:gd name="connsiteX25" fmla="*/ 1667358 w 1967442"/>
                <a:gd name="connsiteY25" fmla="*/ 1508867 h 1883145"/>
                <a:gd name="connsiteX26" fmla="*/ 1686378 w 1967442"/>
                <a:gd name="connsiteY26" fmla="*/ 1485621 h 1883145"/>
                <a:gd name="connsiteX27" fmla="*/ 1697209 w 1967442"/>
                <a:gd name="connsiteY27" fmla="*/ 1483508 h 1883145"/>
                <a:gd name="connsiteX28" fmla="*/ 1800494 w 1967442"/>
                <a:gd name="connsiteY28" fmla="*/ 1459997 h 1883145"/>
                <a:gd name="connsiteX29" fmla="*/ 1808947 w 1967442"/>
                <a:gd name="connsiteY29" fmla="*/ 1462375 h 1883145"/>
                <a:gd name="connsiteX30" fmla="*/ 1787814 w 1967442"/>
                <a:gd name="connsiteY30" fmla="*/ 1485621 h 1883145"/>
                <a:gd name="connsiteX31" fmla="*/ 1745549 w 1967442"/>
                <a:gd name="connsiteY31" fmla="*/ 1464488 h 1883145"/>
                <a:gd name="connsiteX32" fmla="*/ 1762456 w 1967442"/>
                <a:gd name="connsiteY32" fmla="*/ 1464488 h 1883145"/>
                <a:gd name="connsiteX33" fmla="*/ 1760342 w 1967442"/>
                <a:gd name="connsiteY33" fmla="*/ 1485621 h 1883145"/>
                <a:gd name="connsiteX34" fmla="*/ 1777248 w 1967442"/>
                <a:gd name="connsiteY34" fmla="*/ 1485621 h 1883145"/>
                <a:gd name="connsiteX35" fmla="*/ 1792041 w 1967442"/>
                <a:gd name="connsiteY35" fmla="*/ 1462375 h 1883145"/>
                <a:gd name="connsiteX36" fmla="*/ 1800494 w 1967442"/>
                <a:gd name="connsiteY36" fmla="*/ 1459997 h 1883145"/>
                <a:gd name="connsiteX37" fmla="*/ 1187122 w 1967442"/>
                <a:gd name="connsiteY37" fmla="*/ 1428033 h 1883145"/>
                <a:gd name="connsiteX38" fmla="*/ 1255275 w 1967442"/>
                <a:gd name="connsiteY38" fmla="*/ 1439128 h 1883145"/>
                <a:gd name="connsiteX39" fmla="*/ 1227802 w 1967442"/>
                <a:gd name="connsiteY39" fmla="*/ 1456034 h 1883145"/>
                <a:gd name="connsiteX40" fmla="*/ 1122139 w 1967442"/>
                <a:gd name="connsiteY40" fmla="*/ 1439128 h 1883145"/>
                <a:gd name="connsiteX41" fmla="*/ 1187122 w 1967442"/>
                <a:gd name="connsiteY41" fmla="*/ 1428033 h 1883145"/>
                <a:gd name="connsiteX42" fmla="*/ 1923328 w 1967442"/>
                <a:gd name="connsiteY42" fmla="*/ 1407165 h 1883145"/>
                <a:gd name="connsiteX43" fmla="*/ 1942084 w 1967442"/>
                <a:gd name="connsiteY43" fmla="*/ 1430675 h 1883145"/>
                <a:gd name="connsiteX44" fmla="*/ 1967442 w 1967442"/>
                <a:gd name="connsiteY44" fmla="*/ 1447581 h 1883145"/>
                <a:gd name="connsiteX45" fmla="*/ 1868120 w 1967442"/>
                <a:gd name="connsiteY45" fmla="*/ 1517319 h 1883145"/>
                <a:gd name="connsiteX46" fmla="*/ 1544791 w 1967442"/>
                <a:gd name="connsiteY46" fmla="*/ 1792043 h 1883145"/>
                <a:gd name="connsiteX47" fmla="*/ 1441240 w 1967442"/>
                <a:gd name="connsiteY47" fmla="*/ 1851214 h 1883145"/>
                <a:gd name="connsiteX48" fmla="*/ 1432787 w 1967442"/>
                <a:gd name="connsiteY48" fmla="*/ 1842761 h 1883145"/>
                <a:gd name="connsiteX49" fmla="*/ 1464486 w 1967442"/>
                <a:gd name="connsiteY49" fmla="*/ 1811063 h 1883145"/>
                <a:gd name="connsiteX50" fmla="*/ 1637774 w 1967442"/>
                <a:gd name="connsiteY50" fmla="*/ 1684267 h 1883145"/>
                <a:gd name="connsiteX51" fmla="*/ 1889252 w 1967442"/>
                <a:gd name="connsiteY51" fmla="*/ 1462374 h 1883145"/>
                <a:gd name="connsiteX52" fmla="*/ 1893478 w 1967442"/>
                <a:gd name="connsiteY52" fmla="*/ 1420109 h 1883145"/>
                <a:gd name="connsiteX53" fmla="*/ 1923328 w 1967442"/>
                <a:gd name="connsiteY53" fmla="*/ 1407165 h 1883145"/>
                <a:gd name="connsiteX54" fmla="*/ 1238469 w 1967442"/>
                <a:gd name="connsiteY54" fmla="*/ 1382533 h 1883145"/>
                <a:gd name="connsiteX55" fmla="*/ 1261880 w 1967442"/>
                <a:gd name="connsiteY55" fmla="*/ 1382599 h 1883145"/>
                <a:gd name="connsiteX56" fmla="*/ 1301768 w 1967442"/>
                <a:gd name="connsiteY56" fmla="*/ 1392637 h 1883145"/>
                <a:gd name="connsiteX57" fmla="*/ 1301768 w 1967442"/>
                <a:gd name="connsiteY57" fmla="*/ 1409543 h 1883145"/>
                <a:gd name="connsiteX58" fmla="*/ 1210896 w 1967442"/>
                <a:gd name="connsiteY58" fmla="*/ 1388410 h 1883145"/>
                <a:gd name="connsiteX59" fmla="*/ 1238469 w 1967442"/>
                <a:gd name="connsiteY59" fmla="*/ 1382533 h 1883145"/>
                <a:gd name="connsiteX60" fmla="*/ 657224 w 1967442"/>
                <a:gd name="connsiteY60" fmla="*/ 128910 h 1883145"/>
                <a:gd name="connsiteX61" fmla="*/ 659336 w 1967442"/>
                <a:gd name="connsiteY61" fmla="*/ 147929 h 1883145"/>
                <a:gd name="connsiteX62" fmla="*/ 663563 w 1967442"/>
                <a:gd name="connsiteY62" fmla="*/ 196534 h 1883145"/>
                <a:gd name="connsiteX63" fmla="*/ 636091 w 1967442"/>
                <a:gd name="connsiteY63" fmla="*/ 152155 h 1883145"/>
                <a:gd name="connsiteX64" fmla="*/ 640317 w 1967442"/>
                <a:gd name="connsiteY64" fmla="*/ 133136 h 1883145"/>
                <a:gd name="connsiteX65" fmla="*/ 657224 w 1967442"/>
                <a:gd name="connsiteY65" fmla="*/ 128910 h 1883145"/>
                <a:gd name="connsiteX66" fmla="*/ 589599 w 1967442"/>
                <a:gd name="connsiteY66" fmla="*/ 31698 h 1883145"/>
                <a:gd name="connsiteX67" fmla="*/ 598052 w 1967442"/>
                <a:gd name="connsiteY67" fmla="*/ 42264 h 1883145"/>
                <a:gd name="connsiteX68" fmla="*/ 642430 w 1967442"/>
                <a:gd name="connsiteY68" fmla="*/ 224006 h 1883145"/>
                <a:gd name="connsiteX69" fmla="*/ 678356 w 1967442"/>
                <a:gd name="connsiteY69" fmla="*/ 262044 h 1883145"/>
                <a:gd name="connsiteX70" fmla="*/ 710055 w 1967442"/>
                <a:gd name="connsiteY70" fmla="*/ 266271 h 1883145"/>
                <a:gd name="connsiteX71" fmla="*/ 682582 w 1967442"/>
                <a:gd name="connsiteY71" fmla="*/ 283177 h 1883145"/>
                <a:gd name="connsiteX72" fmla="*/ 642430 w 1967442"/>
                <a:gd name="connsiteY72" fmla="*/ 264157 h 1883145"/>
                <a:gd name="connsiteX73" fmla="*/ 629751 w 1967442"/>
                <a:gd name="connsiteY73" fmla="*/ 340235 h 1883145"/>
                <a:gd name="connsiteX74" fmla="*/ 606505 w 1967442"/>
                <a:gd name="connsiteY74" fmla="*/ 420539 h 1883145"/>
                <a:gd name="connsiteX75" fmla="*/ 598052 w 1967442"/>
                <a:gd name="connsiteY75" fmla="*/ 414199 h 1883145"/>
                <a:gd name="connsiteX76" fmla="*/ 627637 w 1967442"/>
                <a:gd name="connsiteY76" fmla="*/ 238798 h 1883145"/>
                <a:gd name="connsiteX77" fmla="*/ 610731 w 1967442"/>
                <a:gd name="connsiteY77" fmla="*/ 158494 h 1883145"/>
                <a:gd name="connsiteX78" fmla="*/ 589599 w 1967442"/>
                <a:gd name="connsiteY78" fmla="*/ 31698 h 1883145"/>
                <a:gd name="connsiteX79" fmla="*/ 1177085 w 1967442"/>
                <a:gd name="connsiteY79" fmla="*/ 0 h 1883145"/>
                <a:gd name="connsiteX80" fmla="*/ 1177085 w 1967442"/>
                <a:gd name="connsiteY80" fmla="*/ 147928 h 1883145"/>
                <a:gd name="connsiteX81" fmla="*/ 1134820 w 1967442"/>
                <a:gd name="connsiteY81" fmla="*/ 333895 h 1883145"/>
                <a:gd name="connsiteX82" fmla="*/ 1071422 w 1967442"/>
                <a:gd name="connsiteY82" fmla="*/ 452238 h 1883145"/>
                <a:gd name="connsiteX83" fmla="*/ 1039723 w 1967442"/>
                <a:gd name="connsiteY83" fmla="*/ 498730 h 1883145"/>
                <a:gd name="connsiteX84" fmla="*/ 1005911 w 1967442"/>
                <a:gd name="connsiteY84" fmla="*/ 576920 h 1883145"/>
                <a:gd name="connsiteX85" fmla="*/ 967872 w 1967442"/>
                <a:gd name="connsiteY85" fmla="*/ 593827 h 1883145"/>
                <a:gd name="connsiteX86" fmla="*/ 750206 w 1967442"/>
                <a:gd name="connsiteY86" fmla="*/ 471257 h 1883145"/>
                <a:gd name="connsiteX87" fmla="*/ 976325 w 1967442"/>
                <a:gd name="connsiteY87" fmla="*/ 585374 h 1883145"/>
                <a:gd name="connsiteX88" fmla="*/ 1029157 w 1967442"/>
                <a:gd name="connsiteY88" fmla="*/ 500843 h 1883145"/>
                <a:gd name="connsiteX89" fmla="*/ 1069309 w 1967442"/>
                <a:gd name="connsiteY89" fmla="*/ 443785 h 1883145"/>
                <a:gd name="connsiteX90" fmla="*/ 1168632 w 1967442"/>
                <a:gd name="connsiteY90" fmla="*/ 145815 h 1883145"/>
                <a:gd name="connsiteX91" fmla="*/ 1164406 w 1967442"/>
                <a:gd name="connsiteY91" fmla="*/ 12680 h 1883145"/>
                <a:gd name="connsiteX92" fmla="*/ 1177085 w 1967442"/>
                <a:gd name="connsiteY92" fmla="*/ 0 h 1883145"/>
                <a:gd name="connsiteX0" fmla="*/ 16907 w 1967442"/>
                <a:gd name="connsiteY0" fmla="*/ 1749777 h 1883145"/>
                <a:gd name="connsiteX1" fmla="*/ 59172 w 1967442"/>
                <a:gd name="connsiteY1" fmla="*/ 1832195 h 1883145"/>
                <a:gd name="connsiteX2" fmla="*/ 173288 w 1967442"/>
                <a:gd name="connsiteY2" fmla="*/ 1857554 h 1883145"/>
                <a:gd name="connsiteX3" fmla="*/ 323329 w 1967442"/>
                <a:gd name="connsiteY3" fmla="*/ 1817402 h 1883145"/>
                <a:gd name="connsiteX4" fmla="*/ 359255 w 1967442"/>
                <a:gd name="connsiteY4" fmla="*/ 1811062 h 1883145"/>
                <a:gd name="connsiteX5" fmla="*/ 346576 w 1967442"/>
                <a:gd name="connsiteY5" fmla="*/ 1851215 h 1883145"/>
                <a:gd name="connsiteX6" fmla="*/ 327556 w 1967442"/>
                <a:gd name="connsiteY6" fmla="*/ 1825855 h 1883145"/>
                <a:gd name="connsiteX7" fmla="*/ 177515 w 1967442"/>
                <a:gd name="connsiteY7" fmla="*/ 1872347 h 1883145"/>
                <a:gd name="connsiteX8" fmla="*/ 50719 w 1967442"/>
                <a:gd name="connsiteY8" fmla="*/ 1842761 h 1883145"/>
                <a:gd name="connsiteX9" fmla="*/ 12680 w 1967442"/>
                <a:gd name="connsiteY9" fmla="*/ 1779363 h 1883145"/>
                <a:gd name="connsiteX10" fmla="*/ 0 w 1967442"/>
                <a:gd name="connsiteY10" fmla="*/ 1751891 h 1883145"/>
                <a:gd name="connsiteX11" fmla="*/ 16907 w 1967442"/>
                <a:gd name="connsiteY11" fmla="*/ 1749777 h 1883145"/>
                <a:gd name="connsiteX12" fmla="*/ 1572262 w 1967442"/>
                <a:gd name="connsiteY12" fmla="*/ 1487733 h 1883145"/>
                <a:gd name="connsiteX13" fmla="*/ 1587056 w 1967442"/>
                <a:gd name="connsiteY13" fmla="*/ 1536339 h 1883145"/>
                <a:gd name="connsiteX14" fmla="*/ 1532111 w 1967442"/>
                <a:gd name="connsiteY14" fmla="*/ 1513093 h 1883145"/>
                <a:gd name="connsiteX15" fmla="*/ 1515204 w 1967442"/>
                <a:gd name="connsiteY15" fmla="*/ 1500413 h 1883145"/>
                <a:gd name="connsiteX16" fmla="*/ 1532111 w 1967442"/>
                <a:gd name="connsiteY16" fmla="*/ 1502526 h 1883145"/>
                <a:gd name="connsiteX17" fmla="*/ 1580716 w 1967442"/>
                <a:gd name="connsiteY17" fmla="*/ 1529998 h 1883145"/>
                <a:gd name="connsiteX18" fmla="*/ 1572262 w 1967442"/>
                <a:gd name="connsiteY18" fmla="*/ 1487733 h 1883145"/>
                <a:gd name="connsiteX19" fmla="*/ 1697209 w 1967442"/>
                <a:gd name="connsiteY19" fmla="*/ 1483508 h 1883145"/>
                <a:gd name="connsiteX20" fmla="*/ 1709624 w 1967442"/>
                <a:gd name="connsiteY20" fmla="*/ 1487734 h 1883145"/>
                <a:gd name="connsiteX21" fmla="*/ 1682151 w 1967442"/>
                <a:gd name="connsiteY21" fmla="*/ 1510981 h 1883145"/>
                <a:gd name="connsiteX22" fmla="*/ 1625093 w 1967442"/>
                <a:gd name="connsiteY22" fmla="*/ 1489848 h 1883145"/>
                <a:gd name="connsiteX23" fmla="*/ 1646226 w 1967442"/>
                <a:gd name="connsiteY23" fmla="*/ 1487734 h 1883145"/>
                <a:gd name="connsiteX24" fmla="*/ 1644113 w 1967442"/>
                <a:gd name="connsiteY24" fmla="*/ 1508867 h 1883145"/>
                <a:gd name="connsiteX25" fmla="*/ 1667358 w 1967442"/>
                <a:gd name="connsiteY25" fmla="*/ 1508867 h 1883145"/>
                <a:gd name="connsiteX26" fmla="*/ 1686378 w 1967442"/>
                <a:gd name="connsiteY26" fmla="*/ 1485621 h 1883145"/>
                <a:gd name="connsiteX27" fmla="*/ 1697209 w 1967442"/>
                <a:gd name="connsiteY27" fmla="*/ 1483508 h 1883145"/>
                <a:gd name="connsiteX28" fmla="*/ 1800494 w 1967442"/>
                <a:gd name="connsiteY28" fmla="*/ 1459997 h 1883145"/>
                <a:gd name="connsiteX29" fmla="*/ 1808947 w 1967442"/>
                <a:gd name="connsiteY29" fmla="*/ 1462375 h 1883145"/>
                <a:gd name="connsiteX30" fmla="*/ 1787814 w 1967442"/>
                <a:gd name="connsiteY30" fmla="*/ 1485621 h 1883145"/>
                <a:gd name="connsiteX31" fmla="*/ 1745549 w 1967442"/>
                <a:gd name="connsiteY31" fmla="*/ 1464488 h 1883145"/>
                <a:gd name="connsiteX32" fmla="*/ 1762456 w 1967442"/>
                <a:gd name="connsiteY32" fmla="*/ 1464488 h 1883145"/>
                <a:gd name="connsiteX33" fmla="*/ 1760342 w 1967442"/>
                <a:gd name="connsiteY33" fmla="*/ 1485621 h 1883145"/>
                <a:gd name="connsiteX34" fmla="*/ 1777248 w 1967442"/>
                <a:gd name="connsiteY34" fmla="*/ 1485621 h 1883145"/>
                <a:gd name="connsiteX35" fmla="*/ 1792041 w 1967442"/>
                <a:gd name="connsiteY35" fmla="*/ 1462375 h 1883145"/>
                <a:gd name="connsiteX36" fmla="*/ 1800494 w 1967442"/>
                <a:gd name="connsiteY36" fmla="*/ 1459997 h 1883145"/>
                <a:gd name="connsiteX37" fmla="*/ 1187122 w 1967442"/>
                <a:gd name="connsiteY37" fmla="*/ 1428033 h 1883145"/>
                <a:gd name="connsiteX38" fmla="*/ 1255275 w 1967442"/>
                <a:gd name="connsiteY38" fmla="*/ 1439128 h 1883145"/>
                <a:gd name="connsiteX39" fmla="*/ 1227802 w 1967442"/>
                <a:gd name="connsiteY39" fmla="*/ 1456034 h 1883145"/>
                <a:gd name="connsiteX40" fmla="*/ 1122139 w 1967442"/>
                <a:gd name="connsiteY40" fmla="*/ 1439128 h 1883145"/>
                <a:gd name="connsiteX41" fmla="*/ 1187122 w 1967442"/>
                <a:gd name="connsiteY41" fmla="*/ 1428033 h 1883145"/>
                <a:gd name="connsiteX42" fmla="*/ 1923328 w 1967442"/>
                <a:gd name="connsiteY42" fmla="*/ 1407165 h 1883145"/>
                <a:gd name="connsiteX43" fmla="*/ 1942084 w 1967442"/>
                <a:gd name="connsiteY43" fmla="*/ 1430675 h 1883145"/>
                <a:gd name="connsiteX44" fmla="*/ 1967442 w 1967442"/>
                <a:gd name="connsiteY44" fmla="*/ 1447581 h 1883145"/>
                <a:gd name="connsiteX45" fmla="*/ 1868120 w 1967442"/>
                <a:gd name="connsiteY45" fmla="*/ 1517319 h 1883145"/>
                <a:gd name="connsiteX46" fmla="*/ 1544791 w 1967442"/>
                <a:gd name="connsiteY46" fmla="*/ 1792043 h 1883145"/>
                <a:gd name="connsiteX47" fmla="*/ 1441240 w 1967442"/>
                <a:gd name="connsiteY47" fmla="*/ 1851214 h 1883145"/>
                <a:gd name="connsiteX48" fmla="*/ 1432787 w 1967442"/>
                <a:gd name="connsiteY48" fmla="*/ 1842761 h 1883145"/>
                <a:gd name="connsiteX49" fmla="*/ 1464486 w 1967442"/>
                <a:gd name="connsiteY49" fmla="*/ 1811063 h 1883145"/>
                <a:gd name="connsiteX50" fmla="*/ 1637774 w 1967442"/>
                <a:gd name="connsiteY50" fmla="*/ 1684267 h 1883145"/>
                <a:gd name="connsiteX51" fmla="*/ 1905777 w 1967442"/>
                <a:gd name="connsiteY51" fmla="*/ 1462374 h 1883145"/>
                <a:gd name="connsiteX52" fmla="*/ 1893478 w 1967442"/>
                <a:gd name="connsiteY52" fmla="*/ 1420109 h 1883145"/>
                <a:gd name="connsiteX53" fmla="*/ 1923328 w 1967442"/>
                <a:gd name="connsiteY53" fmla="*/ 1407165 h 1883145"/>
                <a:gd name="connsiteX54" fmla="*/ 1238469 w 1967442"/>
                <a:gd name="connsiteY54" fmla="*/ 1382533 h 1883145"/>
                <a:gd name="connsiteX55" fmla="*/ 1261880 w 1967442"/>
                <a:gd name="connsiteY55" fmla="*/ 1382599 h 1883145"/>
                <a:gd name="connsiteX56" fmla="*/ 1301768 w 1967442"/>
                <a:gd name="connsiteY56" fmla="*/ 1392637 h 1883145"/>
                <a:gd name="connsiteX57" fmla="*/ 1301768 w 1967442"/>
                <a:gd name="connsiteY57" fmla="*/ 1409543 h 1883145"/>
                <a:gd name="connsiteX58" fmla="*/ 1210896 w 1967442"/>
                <a:gd name="connsiteY58" fmla="*/ 1388410 h 1883145"/>
                <a:gd name="connsiteX59" fmla="*/ 1238469 w 1967442"/>
                <a:gd name="connsiteY59" fmla="*/ 1382533 h 1883145"/>
                <a:gd name="connsiteX60" fmla="*/ 657224 w 1967442"/>
                <a:gd name="connsiteY60" fmla="*/ 128910 h 1883145"/>
                <a:gd name="connsiteX61" fmla="*/ 659336 w 1967442"/>
                <a:gd name="connsiteY61" fmla="*/ 147929 h 1883145"/>
                <a:gd name="connsiteX62" fmla="*/ 663563 w 1967442"/>
                <a:gd name="connsiteY62" fmla="*/ 196534 h 1883145"/>
                <a:gd name="connsiteX63" fmla="*/ 636091 w 1967442"/>
                <a:gd name="connsiteY63" fmla="*/ 152155 h 1883145"/>
                <a:gd name="connsiteX64" fmla="*/ 640317 w 1967442"/>
                <a:gd name="connsiteY64" fmla="*/ 133136 h 1883145"/>
                <a:gd name="connsiteX65" fmla="*/ 657224 w 1967442"/>
                <a:gd name="connsiteY65" fmla="*/ 128910 h 1883145"/>
                <a:gd name="connsiteX66" fmla="*/ 589599 w 1967442"/>
                <a:gd name="connsiteY66" fmla="*/ 31698 h 1883145"/>
                <a:gd name="connsiteX67" fmla="*/ 598052 w 1967442"/>
                <a:gd name="connsiteY67" fmla="*/ 42264 h 1883145"/>
                <a:gd name="connsiteX68" fmla="*/ 642430 w 1967442"/>
                <a:gd name="connsiteY68" fmla="*/ 224006 h 1883145"/>
                <a:gd name="connsiteX69" fmla="*/ 678356 w 1967442"/>
                <a:gd name="connsiteY69" fmla="*/ 262044 h 1883145"/>
                <a:gd name="connsiteX70" fmla="*/ 710055 w 1967442"/>
                <a:gd name="connsiteY70" fmla="*/ 266271 h 1883145"/>
                <a:gd name="connsiteX71" fmla="*/ 682582 w 1967442"/>
                <a:gd name="connsiteY71" fmla="*/ 283177 h 1883145"/>
                <a:gd name="connsiteX72" fmla="*/ 642430 w 1967442"/>
                <a:gd name="connsiteY72" fmla="*/ 264157 h 1883145"/>
                <a:gd name="connsiteX73" fmla="*/ 629751 w 1967442"/>
                <a:gd name="connsiteY73" fmla="*/ 340235 h 1883145"/>
                <a:gd name="connsiteX74" fmla="*/ 606505 w 1967442"/>
                <a:gd name="connsiteY74" fmla="*/ 420539 h 1883145"/>
                <a:gd name="connsiteX75" fmla="*/ 598052 w 1967442"/>
                <a:gd name="connsiteY75" fmla="*/ 414199 h 1883145"/>
                <a:gd name="connsiteX76" fmla="*/ 627637 w 1967442"/>
                <a:gd name="connsiteY76" fmla="*/ 238798 h 1883145"/>
                <a:gd name="connsiteX77" fmla="*/ 610731 w 1967442"/>
                <a:gd name="connsiteY77" fmla="*/ 158494 h 1883145"/>
                <a:gd name="connsiteX78" fmla="*/ 589599 w 1967442"/>
                <a:gd name="connsiteY78" fmla="*/ 31698 h 1883145"/>
                <a:gd name="connsiteX79" fmla="*/ 1177085 w 1967442"/>
                <a:gd name="connsiteY79" fmla="*/ 0 h 1883145"/>
                <a:gd name="connsiteX80" fmla="*/ 1177085 w 1967442"/>
                <a:gd name="connsiteY80" fmla="*/ 147928 h 1883145"/>
                <a:gd name="connsiteX81" fmla="*/ 1134820 w 1967442"/>
                <a:gd name="connsiteY81" fmla="*/ 333895 h 1883145"/>
                <a:gd name="connsiteX82" fmla="*/ 1071422 w 1967442"/>
                <a:gd name="connsiteY82" fmla="*/ 452238 h 1883145"/>
                <a:gd name="connsiteX83" fmla="*/ 1039723 w 1967442"/>
                <a:gd name="connsiteY83" fmla="*/ 498730 h 1883145"/>
                <a:gd name="connsiteX84" fmla="*/ 1005911 w 1967442"/>
                <a:gd name="connsiteY84" fmla="*/ 576920 h 1883145"/>
                <a:gd name="connsiteX85" fmla="*/ 967872 w 1967442"/>
                <a:gd name="connsiteY85" fmla="*/ 593827 h 1883145"/>
                <a:gd name="connsiteX86" fmla="*/ 750206 w 1967442"/>
                <a:gd name="connsiteY86" fmla="*/ 471257 h 1883145"/>
                <a:gd name="connsiteX87" fmla="*/ 976325 w 1967442"/>
                <a:gd name="connsiteY87" fmla="*/ 585374 h 1883145"/>
                <a:gd name="connsiteX88" fmla="*/ 1029157 w 1967442"/>
                <a:gd name="connsiteY88" fmla="*/ 500843 h 1883145"/>
                <a:gd name="connsiteX89" fmla="*/ 1069309 w 1967442"/>
                <a:gd name="connsiteY89" fmla="*/ 443785 h 1883145"/>
                <a:gd name="connsiteX90" fmla="*/ 1168632 w 1967442"/>
                <a:gd name="connsiteY90" fmla="*/ 145815 h 1883145"/>
                <a:gd name="connsiteX91" fmla="*/ 1164406 w 1967442"/>
                <a:gd name="connsiteY91" fmla="*/ 12680 h 1883145"/>
                <a:gd name="connsiteX92" fmla="*/ 1177085 w 1967442"/>
                <a:gd name="connsiteY92" fmla="*/ 0 h 1883145"/>
                <a:gd name="connsiteX0" fmla="*/ 16907 w 1967442"/>
                <a:gd name="connsiteY0" fmla="*/ 1749777 h 1883145"/>
                <a:gd name="connsiteX1" fmla="*/ 59172 w 1967442"/>
                <a:gd name="connsiteY1" fmla="*/ 1832195 h 1883145"/>
                <a:gd name="connsiteX2" fmla="*/ 173288 w 1967442"/>
                <a:gd name="connsiteY2" fmla="*/ 1857554 h 1883145"/>
                <a:gd name="connsiteX3" fmla="*/ 323329 w 1967442"/>
                <a:gd name="connsiteY3" fmla="*/ 1817402 h 1883145"/>
                <a:gd name="connsiteX4" fmla="*/ 359255 w 1967442"/>
                <a:gd name="connsiteY4" fmla="*/ 1811062 h 1883145"/>
                <a:gd name="connsiteX5" fmla="*/ 346576 w 1967442"/>
                <a:gd name="connsiteY5" fmla="*/ 1851215 h 1883145"/>
                <a:gd name="connsiteX6" fmla="*/ 327556 w 1967442"/>
                <a:gd name="connsiteY6" fmla="*/ 1825855 h 1883145"/>
                <a:gd name="connsiteX7" fmla="*/ 177515 w 1967442"/>
                <a:gd name="connsiteY7" fmla="*/ 1872347 h 1883145"/>
                <a:gd name="connsiteX8" fmla="*/ 50719 w 1967442"/>
                <a:gd name="connsiteY8" fmla="*/ 1842761 h 1883145"/>
                <a:gd name="connsiteX9" fmla="*/ 12680 w 1967442"/>
                <a:gd name="connsiteY9" fmla="*/ 1779363 h 1883145"/>
                <a:gd name="connsiteX10" fmla="*/ 0 w 1967442"/>
                <a:gd name="connsiteY10" fmla="*/ 1751891 h 1883145"/>
                <a:gd name="connsiteX11" fmla="*/ 16907 w 1967442"/>
                <a:gd name="connsiteY11" fmla="*/ 1749777 h 1883145"/>
                <a:gd name="connsiteX12" fmla="*/ 1572262 w 1967442"/>
                <a:gd name="connsiteY12" fmla="*/ 1487733 h 1883145"/>
                <a:gd name="connsiteX13" fmla="*/ 1587056 w 1967442"/>
                <a:gd name="connsiteY13" fmla="*/ 1536339 h 1883145"/>
                <a:gd name="connsiteX14" fmla="*/ 1532111 w 1967442"/>
                <a:gd name="connsiteY14" fmla="*/ 1513093 h 1883145"/>
                <a:gd name="connsiteX15" fmla="*/ 1515204 w 1967442"/>
                <a:gd name="connsiteY15" fmla="*/ 1500413 h 1883145"/>
                <a:gd name="connsiteX16" fmla="*/ 1532111 w 1967442"/>
                <a:gd name="connsiteY16" fmla="*/ 1502526 h 1883145"/>
                <a:gd name="connsiteX17" fmla="*/ 1580716 w 1967442"/>
                <a:gd name="connsiteY17" fmla="*/ 1529998 h 1883145"/>
                <a:gd name="connsiteX18" fmla="*/ 1572262 w 1967442"/>
                <a:gd name="connsiteY18" fmla="*/ 1487733 h 1883145"/>
                <a:gd name="connsiteX19" fmla="*/ 1697209 w 1967442"/>
                <a:gd name="connsiteY19" fmla="*/ 1483508 h 1883145"/>
                <a:gd name="connsiteX20" fmla="*/ 1709624 w 1967442"/>
                <a:gd name="connsiteY20" fmla="*/ 1487734 h 1883145"/>
                <a:gd name="connsiteX21" fmla="*/ 1682151 w 1967442"/>
                <a:gd name="connsiteY21" fmla="*/ 1510981 h 1883145"/>
                <a:gd name="connsiteX22" fmla="*/ 1625093 w 1967442"/>
                <a:gd name="connsiteY22" fmla="*/ 1489848 h 1883145"/>
                <a:gd name="connsiteX23" fmla="*/ 1646226 w 1967442"/>
                <a:gd name="connsiteY23" fmla="*/ 1487734 h 1883145"/>
                <a:gd name="connsiteX24" fmla="*/ 1644113 w 1967442"/>
                <a:gd name="connsiteY24" fmla="*/ 1508867 h 1883145"/>
                <a:gd name="connsiteX25" fmla="*/ 1667358 w 1967442"/>
                <a:gd name="connsiteY25" fmla="*/ 1508867 h 1883145"/>
                <a:gd name="connsiteX26" fmla="*/ 1686378 w 1967442"/>
                <a:gd name="connsiteY26" fmla="*/ 1485621 h 1883145"/>
                <a:gd name="connsiteX27" fmla="*/ 1697209 w 1967442"/>
                <a:gd name="connsiteY27" fmla="*/ 1483508 h 1883145"/>
                <a:gd name="connsiteX28" fmla="*/ 1800494 w 1967442"/>
                <a:gd name="connsiteY28" fmla="*/ 1459997 h 1883145"/>
                <a:gd name="connsiteX29" fmla="*/ 1808947 w 1967442"/>
                <a:gd name="connsiteY29" fmla="*/ 1462375 h 1883145"/>
                <a:gd name="connsiteX30" fmla="*/ 1787814 w 1967442"/>
                <a:gd name="connsiteY30" fmla="*/ 1485621 h 1883145"/>
                <a:gd name="connsiteX31" fmla="*/ 1745549 w 1967442"/>
                <a:gd name="connsiteY31" fmla="*/ 1464488 h 1883145"/>
                <a:gd name="connsiteX32" fmla="*/ 1762456 w 1967442"/>
                <a:gd name="connsiteY32" fmla="*/ 1464488 h 1883145"/>
                <a:gd name="connsiteX33" fmla="*/ 1760342 w 1967442"/>
                <a:gd name="connsiteY33" fmla="*/ 1485621 h 1883145"/>
                <a:gd name="connsiteX34" fmla="*/ 1777248 w 1967442"/>
                <a:gd name="connsiteY34" fmla="*/ 1485621 h 1883145"/>
                <a:gd name="connsiteX35" fmla="*/ 1792041 w 1967442"/>
                <a:gd name="connsiteY35" fmla="*/ 1462375 h 1883145"/>
                <a:gd name="connsiteX36" fmla="*/ 1800494 w 1967442"/>
                <a:gd name="connsiteY36" fmla="*/ 1459997 h 1883145"/>
                <a:gd name="connsiteX37" fmla="*/ 1187122 w 1967442"/>
                <a:gd name="connsiteY37" fmla="*/ 1428033 h 1883145"/>
                <a:gd name="connsiteX38" fmla="*/ 1255275 w 1967442"/>
                <a:gd name="connsiteY38" fmla="*/ 1439128 h 1883145"/>
                <a:gd name="connsiteX39" fmla="*/ 1227802 w 1967442"/>
                <a:gd name="connsiteY39" fmla="*/ 1456034 h 1883145"/>
                <a:gd name="connsiteX40" fmla="*/ 1122139 w 1967442"/>
                <a:gd name="connsiteY40" fmla="*/ 1439128 h 1883145"/>
                <a:gd name="connsiteX41" fmla="*/ 1187122 w 1967442"/>
                <a:gd name="connsiteY41" fmla="*/ 1428033 h 1883145"/>
                <a:gd name="connsiteX42" fmla="*/ 1923328 w 1967442"/>
                <a:gd name="connsiteY42" fmla="*/ 1407165 h 1883145"/>
                <a:gd name="connsiteX43" fmla="*/ 1942084 w 1967442"/>
                <a:gd name="connsiteY43" fmla="*/ 1430675 h 1883145"/>
                <a:gd name="connsiteX44" fmla="*/ 1967442 w 1967442"/>
                <a:gd name="connsiteY44" fmla="*/ 1447581 h 1883145"/>
                <a:gd name="connsiteX45" fmla="*/ 1868120 w 1967442"/>
                <a:gd name="connsiteY45" fmla="*/ 1517319 h 1883145"/>
                <a:gd name="connsiteX46" fmla="*/ 1544791 w 1967442"/>
                <a:gd name="connsiteY46" fmla="*/ 1792043 h 1883145"/>
                <a:gd name="connsiteX47" fmla="*/ 1441240 w 1967442"/>
                <a:gd name="connsiteY47" fmla="*/ 1851214 h 1883145"/>
                <a:gd name="connsiteX48" fmla="*/ 1432787 w 1967442"/>
                <a:gd name="connsiteY48" fmla="*/ 1842761 h 1883145"/>
                <a:gd name="connsiteX49" fmla="*/ 1464486 w 1967442"/>
                <a:gd name="connsiteY49" fmla="*/ 1811063 h 1883145"/>
                <a:gd name="connsiteX50" fmla="*/ 1654300 w 1967442"/>
                <a:gd name="connsiteY50" fmla="*/ 1692529 h 1883145"/>
                <a:gd name="connsiteX51" fmla="*/ 1905777 w 1967442"/>
                <a:gd name="connsiteY51" fmla="*/ 1462374 h 1883145"/>
                <a:gd name="connsiteX52" fmla="*/ 1893478 w 1967442"/>
                <a:gd name="connsiteY52" fmla="*/ 1420109 h 1883145"/>
                <a:gd name="connsiteX53" fmla="*/ 1923328 w 1967442"/>
                <a:gd name="connsiteY53" fmla="*/ 1407165 h 1883145"/>
                <a:gd name="connsiteX54" fmla="*/ 1238469 w 1967442"/>
                <a:gd name="connsiteY54" fmla="*/ 1382533 h 1883145"/>
                <a:gd name="connsiteX55" fmla="*/ 1261880 w 1967442"/>
                <a:gd name="connsiteY55" fmla="*/ 1382599 h 1883145"/>
                <a:gd name="connsiteX56" fmla="*/ 1301768 w 1967442"/>
                <a:gd name="connsiteY56" fmla="*/ 1392637 h 1883145"/>
                <a:gd name="connsiteX57" fmla="*/ 1301768 w 1967442"/>
                <a:gd name="connsiteY57" fmla="*/ 1409543 h 1883145"/>
                <a:gd name="connsiteX58" fmla="*/ 1210896 w 1967442"/>
                <a:gd name="connsiteY58" fmla="*/ 1388410 h 1883145"/>
                <a:gd name="connsiteX59" fmla="*/ 1238469 w 1967442"/>
                <a:gd name="connsiteY59" fmla="*/ 1382533 h 1883145"/>
                <a:gd name="connsiteX60" fmla="*/ 657224 w 1967442"/>
                <a:gd name="connsiteY60" fmla="*/ 128910 h 1883145"/>
                <a:gd name="connsiteX61" fmla="*/ 659336 w 1967442"/>
                <a:gd name="connsiteY61" fmla="*/ 147929 h 1883145"/>
                <a:gd name="connsiteX62" fmla="*/ 663563 w 1967442"/>
                <a:gd name="connsiteY62" fmla="*/ 196534 h 1883145"/>
                <a:gd name="connsiteX63" fmla="*/ 636091 w 1967442"/>
                <a:gd name="connsiteY63" fmla="*/ 152155 h 1883145"/>
                <a:gd name="connsiteX64" fmla="*/ 640317 w 1967442"/>
                <a:gd name="connsiteY64" fmla="*/ 133136 h 1883145"/>
                <a:gd name="connsiteX65" fmla="*/ 657224 w 1967442"/>
                <a:gd name="connsiteY65" fmla="*/ 128910 h 1883145"/>
                <a:gd name="connsiteX66" fmla="*/ 589599 w 1967442"/>
                <a:gd name="connsiteY66" fmla="*/ 31698 h 1883145"/>
                <a:gd name="connsiteX67" fmla="*/ 598052 w 1967442"/>
                <a:gd name="connsiteY67" fmla="*/ 42264 h 1883145"/>
                <a:gd name="connsiteX68" fmla="*/ 642430 w 1967442"/>
                <a:gd name="connsiteY68" fmla="*/ 224006 h 1883145"/>
                <a:gd name="connsiteX69" fmla="*/ 678356 w 1967442"/>
                <a:gd name="connsiteY69" fmla="*/ 262044 h 1883145"/>
                <a:gd name="connsiteX70" fmla="*/ 710055 w 1967442"/>
                <a:gd name="connsiteY70" fmla="*/ 266271 h 1883145"/>
                <a:gd name="connsiteX71" fmla="*/ 682582 w 1967442"/>
                <a:gd name="connsiteY71" fmla="*/ 283177 h 1883145"/>
                <a:gd name="connsiteX72" fmla="*/ 642430 w 1967442"/>
                <a:gd name="connsiteY72" fmla="*/ 264157 h 1883145"/>
                <a:gd name="connsiteX73" fmla="*/ 629751 w 1967442"/>
                <a:gd name="connsiteY73" fmla="*/ 340235 h 1883145"/>
                <a:gd name="connsiteX74" fmla="*/ 606505 w 1967442"/>
                <a:gd name="connsiteY74" fmla="*/ 420539 h 1883145"/>
                <a:gd name="connsiteX75" fmla="*/ 598052 w 1967442"/>
                <a:gd name="connsiteY75" fmla="*/ 414199 h 1883145"/>
                <a:gd name="connsiteX76" fmla="*/ 627637 w 1967442"/>
                <a:gd name="connsiteY76" fmla="*/ 238798 h 1883145"/>
                <a:gd name="connsiteX77" fmla="*/ 610731 w 1967442"/>
                <a:gd name="connsiteY77" fmla="*/ 158494 h 1883145"/>
                <a:gd name="connsiteX78" fmla="*/ 589599 w 1967442"/>
                <a:gd name="connsiteY78" fmla="*/ 31698 h 1883145"/>
                <a:gd name="connsiteX79" fmla="*/ 1177085 w 1967442"/>
                <a:gd name="connsiteY79" fmla="*/ 0 h 1883145"/>
                <a:gd name="connsiteX80" fmla="*/ 1177085 w 1967442"/>
                <a:gd name="connsiteY80" fmla="*/ 147928 h 1883145"/>
                <a:gd name="connsiteX81" fmla="*/ 1134820 w 1967442"/>
                <a:gd name="connsiteY81" fmla="*/ 333895 h 1883145"/>
                <a:gd name="connsiteX82" fmla="*/ 1071422 w 1967442"/>
                <a:gd name="connsiteY82" fmla="*/ 452238 h 1883145"/>
                <a:gd name="connsiteX83" fmla="*/ 1039723 w 1967442"/>
                <a:gd name="connsiteY83" fmla="*/ 498730 h 1883145"/>
                <a:gd name="connsiteX84" fmla="*/ 1005911 w 1967442"/>
                <a:gd name="connsiteY84" fmla="*/ 576920 h 1883145"/>
                <a:gd name="connsiteX85" fmla="*/ 967872 w 1967442"/>
                <a:gd name="connsiteY85" fmla="*/ 593827 h 1883145"/>
                <a:gd name="connsiteX86" fmla="*/ 750206 w 1967442"/>
                <a:gd name="connsiteY86" fmla="*/ 471257 h 1883145"/>
                <a:gd name="connsiteX87" fmla="*/ 976325 w 1967442"/>
                <a:gd name="connsiteY87" fmla="*/ 585374 h 1883145"/>
                <a:gd name="connsiteX88" fmla="*/ 1029157 w 1967442"/>
                <a:gd name="connsiteY88" fmla="*/ 500843 h 1883145"/>
                <a:gd name="connsiteX89" fmla="*/ 1069309 w 1967442"/>
                <a:gd name="connsiteY89" fmla="*/ 443785 h 1883145"/>
                <a:gd name="connsiteX90" fmla="*/ 1168632 w 1967442"/>
                <a:gd name="connsiteY90" fmla="*/ 145815 h 1883145"/>
                <a:gd name="connsiteX91" fmla="*/ 1164406 w 1967442"/>
                <a:gd name="connsiteY91" fmla="*/ 12680 h 1883145"/>
                <a:gd name="connsiteX92" fmla="*/ 1177085 w 1967442"/>
                <a:gd name="connsiteY92" fmla="*/ 0 h 1883145"/>
                <a:gd name="connsiteX0" fmla="*/ 16907 w 1967442"/>
                <a:gd name="connsiteY0" fmla="*/ 1749777 h 1883145"/>
                <a:gd name="connsiteX1" fmla="*/ 59172 w 1967442"/>
                <a:gd name="connsiteY1" fmla="*/ 1832195 h 1883145"/>
                <a:gd name="connsiteX2" fmla="*/ 173288 w 1967442"/>
                <a:gd name="connsiteY2" fmla="*/ 1857554 h 1883145"/>
                <a:gd name="connsiteX3" fmla="*/ 323329 w 1967442"/>
                <a:gd name="connsiteY3" fmla="*/ 1817402 h 1883145"/>
                <a:gd name="connsiteX4" fmla="*/ 359255 w 1967442"/>
                <a:gd name="connsiteY4" fmla="*/ 1811062 h 1883145"/>
                <a:gd name="connsiteX5" fmla="*/ 346576 w 1967442"/>
                <a:gd name="connsiteY5" fmla="*/ 1851215 h 1883145"/>
                <a:gd name="connsiteX6" fmla="*/ 327556 w 1967442"/>
                <a:gd name="connsiteY6" fmla="*/ 1825855 h 1883145"/>
                <a:gd name="connsiteX7" fmla="*/ 177515 w 1967442"/>
                <a:gd name="connsiteY7" fmla="*/ 1872347 h 1883145"/>
                <a:gd name="connsiteX8" fmla="*/ 50719 w 1967442"/>
                <a:gd name="connsiteY8" fmla="*/ 1842761 h 1883145"/>
                <a:gd name="connsiteX9" fmla="*/ 12680 w 1967442"/>
                <a:gd name="connsiteY9" fmla="*/ 1779363 h 1883145"/>
                <a:gd name="connsiteX10" fmla="*/ 0 w 1967442"/>
                <a:gd name="connsiteY10" fmla="*/ 1751891 h 1883145"/>
                <a:gd name="connsiteX11" fmla="*/ 16907 w 1967442"/>
                <a:gd name="connsiteY11" fmla="*/ 1749777 h 1883145"/>
                <a:gd name="connsiteX12" fmla="*/ 1572262 w 1967442"/>
                <a:gd name="connsiteY12" fmla="*/ 1487733 h 1883145"/>
                <a:gd name="connsiteX13" fmla="*/ 1587056 w 1967442"/>
                <a:gd name="connsiteY13" fmla="*/ 1536339 h 1883145"/>
                <a:gd name="connsiteX14" fmla="*/ 1532111 w 1967442"/>
                <a:gd name="connsiteY14" fmla="*/ 1513093 h 1883145"/>
                <a:gd name="connsiteX15" fmla="*/ 1515204 w 1967442"/>
                <a:gd name="connsiteY15" fmla="*/ 1500413 h 1883145"/>
                <a:gd name="connsiteX16" fmla="*/ 1532111 w 1967442"/>
                <a:gd name="connsiteY16" fmla="*/ 1502526 h 1883145"/>
                <a:gd name="connsiteX17" fmla="*/ 1580716 w 1967442"/>
                <a:gd name="connsiteY17" fmla="*/ 1529998 h 1883145"/>
                <a:gd name="connsiteX18" fmla="*/ 1572262 w 1967442"/>
                <a:gd name="connsiteY18" fmla="*/ 1487733 h 1883145"/>
                <a:gd name="connsiteX19" fmla="*/ 1697209 w 1967442"/>
                <a:gd name="connsiteY19" fmla="*/ 1483508 h 1883145"/>
                <a:gd name="connsiteX20" fmla="*/ 1709624 w 1967442"/>
                <a:gd name="connsiteY20" fmla="*/ 1487734 h 1883145"/>
                <a:gd name="connsiteX21" fmla="*/ 1682151 w 1967442"/>
                <a:gd name="connsiteY21" fmla="*/ 1510981 h 1883145"/>
                <a:gd name="connsiteX22" fmla="*/ 1625093 w 1967442"/>
                <a:gd name="connsiteY22" fmla="*/ 1489848 h 1883145"/>
                <a:gd name="connsiteX23" fmla="*/ 1646226 w 1967442"/>
                <a:gd name="connsiteY23" fmla="*/ 1487734 h 1883145"/>
                <a:gd name="connsiteX24" fmla="*/ 1644113 w 1967442"/>
                <a:gd name="connsiteY24" fmla="*/ 1508867 h 1883145"/>
                <a:gd name="connsiteX25" fmla="*/ 1667358 w 1967442"/>
                <a:gd name="connsiteY25" fmla="*/ 1508867 h 1883145"/>
                <a:gd name="connsiteX26" fmla="*/ 1686378 w 1967442"/>
                <a:gd name="connsiteY26" fmla="*/ 1485621 h 1883145"/>
                <a:gd name="connsiteX27" fmla="*/ 1697209 w 1967442"/>
                <a:gd name="connsiteY27" fmla="*/ 1483508 h 1883145"/>
                <a:gd name="connsiteX28" fmla="*/ 1800494 w 1967442"/>
                <a:gd name="connsiteY28" fmla="*/ 1459997 h 1883145"/>
                <a:gd name="connsiteX29" fmla="*/ 1808947 w 1967442"/>
                <a:gd name="connsiteY29" fmla="*/ 1462375 h 1883145"/>
                <a:gd name="connsiteX30" fmla="*/ 1787814 w 1967442"/>
                <a:gd name="connsiteY30" fmla="*/ 1485621 h 1883145"/>
                <a:gd name="connsiteX31" fmla="*/ 1745549 w 1967442"/>
                <a:gd name="connsiteY31" fmla="*/ 1464488 h 1883145"/>
                <a:gd name="connsiteX32" fmla="*/ 1762456 w 1967442"/>
                <a:gd name="connsiteY32" fmla="*/ 1464488 h 1883145"/>
                <a:gd name="connsiteX33" fmla="*/ 1760342 w 1967442"/>
                <a:gd name="connsiteY33" fmla="*/ 1485621 h 1883145"/>
                <a:gd name="connsiteX34" fmla="*/ 1777248 w 1967442"/>
                <a:gd name="connsiteY34" fmla="*/ 1485621 h 1883145"/>
                <a:gd name="connsiteX35" fmla="*/ 1792041 w 1967442"/>
                <a:gd name="connsiteY35" fmla="*/ 1462375 h 1883145"/>
                <a:gd name="connsiteX36" fmla="*/ 1800494 w 1967442"/>
                <a:gd name="connsiteY36" fmla="*/ 1459997 h 1883145"/>
                <a:gd name="connsiteX37" fmla="*/ 1187122 w 1967442"/>
                <a:gd name="connsiteY37" fmla="*/ 1428033 h 1883145"/>
                <a:gd name="connsiteX38" fmla="*/ 1255275 w 1967442"/>
                <a:gd name="connsiteY38" fmla="*/ 1439128 h 1883145"/>
                <a:gd name="connsiteX39" fmla="*/ 1227802 w 1967442"/>
                <a:gd name="connsiteY39" fmla="*/ 1456034 h 1883145"/>
                <a:gd name="connsiteX40" fmla="*/ 1122139 w 1967442"/>
                <a:gd name="connsiteY40" fmla="*/ 1439128 h 1883145"/>
                <a:gd name="connsiteX41" fmla="*/ 1187122 w 1967442"/>
                <a:gd name="connsiteY41" fmla="*/ 1428033 h 1883145"/>
                <a:gd name="connsiteX42" fmla="*/ 1923328 w 1967442"/>
                <a:gd name="connsiteY42" fmla="*/ 1407165 h 1883145"/>
                <a:gd name="connsiteX43" fmla="*/ 1942084 w 1967442"/>
                <a:gd name="connsiteY43" fmla="*/ 1430675 h 1883145"/>
                <a:gd name="connsiteX44" fmla="*/ 1967442 w 1967442"/>
                <a:gd name="connsiteY44" fmla="*/ 1447581 h 1883145"/>
                <a:gd name="connsiteX45" fmla="*/ 1868120 w 1967442"/>
                <a:gd name="connsiteY45" fmla="*/ 1517319 h 1883145"/>
                <a:gd name="connsiteX46" fmla="*/ 1544791 w 1967442"/>
                <a:gd name="connsiteY46" fmla="*/ 1792043 h 1883145"/>
                <a:gd name="connsiteX47" fmla="*/ 1441240 w 1967442"/>
                <a:gd name="connsiteY47" fmla="*/ 1851214 h 1883145"/>
                <a:gd name="connsiteX48" fmla="*/ 1432787 w 1967442"/>
                <a:gd name="connsiteY48" fmla="*/ 1842761 h 1883145"/>
                <a:gd name="connsiteX49" fmla="*/ 1475503 w 1967442"/>
                <a:gd name="connsiteY49" fmla="*/ 1819326 h 1883145"/>
                <a:gd name="connsiteX50" fmla="*/ 1654300 w 1967442"/>
                <a:gd name="connsiteY50" fmla="*/ 1692529 h 1883145"/>
                <a:gd name="connsiteX51" fmla="*/ 1905777 w 1967442"/>
                <a:gd name="connsiteY51" fmla="*/ 1462374 h 1883145"/>
                <a:gd name="connsiteX52" fmla="*/ 1893478 w 1967442"/>
                <a:gd name="connsiteY52" fmla="*/ 1420109 h 1883145"/>
                <a:gd name="connsiteX53" fmla="*/ 1923328 w 1967442"/>
                <a:gd name="connsiteY53" fmla="*/ 1407165 h 1883145"/>
                <a:gd name="connsiteX54" fmla="*/ 1238469 w 1967442"/>
                <a:gd name="connsiteY54" fmla="*/ 1382533 h 1883145"/>
                <a:gd name="connsiteX55" fmla="*/ 1261880 w 1967442"/>
                <a:gd name="connsiteY55" fmla="*/ 1382599 h 1883145"/>
                <a:gd name="connsiteX56" fmla="*/ 1301768 w 1967442"/>
                <a:gd name="connsiteY56" fmla="*/ 1392637 h 1883145"/>
                <a:gd name="connsiteX57" fmla="*/ 1301768 w 1967442"/>
                <a:gd name="connsiteY57" fmla="*/ 1409543 h 1883145"/>
                <a:gd name="connsiteX58" fmla="*/ 1210896 w 1967442"/>
                <a:gd name="connsiteY58" fmla="*/ 1388410 h 1883145"/>
                <a:gd name="connsiteX59" fmla="*/ 1238469 w 1967442"/>
                <a:gd name="connsiteY59" fmla="*/ 1382533 h 1883145"/>
                <a:gd name="connsiteX60" fmla="*/ 657224 w 1967442"/>
                <a:gd name="connsiteY60" fmla="*/ 128910 h 1883145"/>
                <a:gd name="connsiteX61" fmla="*/ 659336 w 1967442"/>
                <a:gd name="connsiteY61" fmla="*/ 147929 h 1883145"/>
                <a:gd name="connsiteX62" fmla="*/ 663563 w 1967442"/>
                <a:gd name="connsiteY62" fmla="*/ 196534 h 1883145"/>
                <a:gd name="connsiteX63" fmla="*/ 636091 w 1967442"/>
                <a:gd name="connsiteY63" fmla="*/ 152155 h 1883145"/>
                <a:gd name="connsiteX64" fmla="*/ 640317 w 1967442"/>
                <a:gd name="connsiteY64" fmla="*/ 133136 h 1883145"/>
                <a:gd name="connsiteX65" fmla="*/ 657224 w 1967442"/>
                <a:gd name="connsiteY65" fmla="*/ 128910 h 1883145"/>
                <a:gd name="connsiteX66" fmla="*/ 589599 w 1967442"/>
                <a:gd name="connsiteY66" fmla="*/ 31698 h 1883145"/>
                <a:gd name="connsiteX67" fmla="*/ 598052 w 1967442"/>
                <a:gd name="connsiteY67" fmla="*/ 42264 h 1883145"/>
                <a:gd name="connsiteX68" fmla="*/ 642430 w 1967442"/>
                <a:gd name="connsiteY68" fmla="*/ 224006 h 1883145"/>
                <a:gd name="connsiteX69" fmla="*/ 678356 w 1967442"/>
                <a:gd name="connsiteY69" fmla="*/ 262044 h 1883145"/>
                <a:gd name="connsiteX70" fmla="*/ 710055 w 1967442"/>
                <a:gd name="connsiteY70" fmla="*/ 266271 h 1883145"/>
                <a:gd name="connsiteX71" fmla="*/ 682582 w 1967442"/>
                <a:gd name="connsiteY71" fmla="*/ 283177 h 1883145"/>
                <a:gd name="connsiteX72" fmla="*/ 642430 w 1967442"/>
                <a:gd name="connsiteY72" fmla="*/ 264157 h 1883145"/>
                <a:gd name="connsiteX73" fmla="*/ 629751 w 1967442"/>
                <a:gd name="connsiteY73" fmla="*/ 340235 h 1883145"/>
                <a:gd name="connsiteX74" fmla="*/ 606505 w 1967442"/>
                <a:gd name="connsiteY74" fmla="*/ 420539 h 1883145"/>
                <a:gd name="connsiteX75" fmla="*/ 598052 w 1967442"/>
                <a:gd name="connsiteY75" fmla="*/ 414199 h 1883145"/>
                <a:gd name="connsiteX76" fmla="*/ 627637 w 1967442"/>
                <a:gd name="connsiteY76" fmla="*/ 238798 h 1883145"/>
                <a:gd name="connsiteX77" fmla="*/ 610731 w 1967442"/>
                <a:gd name="connsiteY77" fmla="*/ 158494 h 1883145"/>
                <a:gd name="connsiteX78" fmla="*/ 589599 w 1967442"/>
                <a:gd name="connsiteY78" fmla="*/ 31698 h 1883145"/>
                <a:gd name="connsiteX79" fmla="*/ 1177085 w 1967442"/>
                <a:gd name="connsiteY79" fmla="*/ 0 h 1883145"/>
                <a:gd name="connsiteX80" fmla="*/ 1177085 w 1967442"/>
                <a:gd name="connsiteY80" fmla="*/ 147928 h 1883145"/>
                <a:gd name="connsiteX81" fmla="*/ 1134820 w 1967442"/>
                <a:gd name="connsiteY81" fmla="*/ 333895 h 1883145"/>
                <a:gd name="connsiteX82" fmla="*/ 1071422 w 1967442"/>
                <a:gd name="connsiteY82" fmla="*/ 452238 h 1883145"/>
                <a:gd name="connsiteX83" fmla="*/ 1039723 w 1967442"/>
                <a:gd name="connsiteY83" fmla="*/ 498730 h 1883145"/>
                <a:gd name="connsiteX84" fmla="*/ 1005911 w 1967442"/>
                <a:gd name="connsiteY84" fmla="*/ 576920 h 1883145"/>
                <a:gd name="connsiteX85" fmla="*/ 967872 w 1967442"/>
                <a:gd name="connsiteY85" fmla="*/ 593827 h 1883145"/>
                <a:gd name="connsiteX86" fmla="*/ 750206 w 1967442"/>
                <a:gd name="connsiteY86" fmla="*/ 471257 h 1883145"/>
                <a:gd name="connsiteX87" fmla="*/ 976325 w 1967442"/>
                <a:gd name="connsiteY87" fmla="*/ 585374 h 1883145"/>
                <a:gd name="connsiteX88" fmla="*/ 1029157 w 1967442"/>
                <a:gd name="connsiteY88" fmla="*/ 500843 h 1883145"/>
                <a:gd name="connsiteX89" fmla="*/ 1069309 w 1967442"/>
                <a:gd name="connsiteY89" fmla="*/ 443785 h 1883145"/>
                <a:gd name="connsiteX90" fmla="*/ 1168632 w 1967442"/>
                <a:gd name="connsiteY90" fmla="*/ 145815 h 1883145"/>
                <a:gd name="connsiteX91" fmla="*/ 1164406 w 1967442"/>
                <a:gd name="connsiteY91" fmla="*/ 12680 h 1883145"/>
                <a:gd name="connsiteX92" fmla="*/ 1177085 w 1967442"/>
                <a:gd name="connsiteY92" fmla="*/ 0 h 1883145"/>
                <a:gd name="connsiteX0" fmla="*/ 16907 w 1967442"/>
                <a:gd name="connsiteY0" fmla="*/ 1749777 h 1883145"/>
                <a:gd name="connsiteX1" fmla="*/ 59172 w 1967442"/>
                <a:gd name="connsiteY1" fmla="*/ 1832195 h 1883145"/>
                <a:gd name="connsiteX2" fmla="*/ 173288 w 1967442"/>
                <a:gd name="connsiteY2" fmla="*/ 1857554 h 1883145"/>
                <a:gd name="connsiteX3" fmla="*/ 323329 w 1967442"/>
                <a:gd name="connsiteY3" fmla="*/ 1817402 h 1883145"/>
                <a:gd name="connsiteX4" fmla="*/ 359255 w 1967442"/>
                <a:gd name="connsiteY4" fmla="*/ 1811062 h 1883145"/>
                <a:gd name="connsiteX5" fmla="*/ 346576 w 1967442"/>
                <a:gd name="connsiteY5" fmla="*/ 1851215 h 1883145"/>
                <a:gd name="connsiteX6" fmla="*/ 327556 w 1967442"/>
                <a:gd name="connsiteY6" fmla="*/ 1825855 h 1883145"/>
                <a:gd name="connsiteX7" fmla="*/ 177515 w 1967442"/>
                <a:gd name="connsiteY7" fmla="*/ 1872347 h 1883145"/>
                <a:gd name="connsiteX8" fmla="*/ 50719 w 1967442"/>
                <a:gd name="connsiteY8" fmla="*/ 1842761 h 1883145"/>
                <a:gd name="connsiteX9" fmla="*/ 12680 w 1967442"/>
                <a:gd name="connsiteY9" fmla="*/ 1779363 h 1883145"/>
                <a:gd name="connsiteX10" fmla="*/ 0 w 1967442"/>
                <a:gd name="connsiteY10" fmla="*/ 1751891 h 1883145"/>
                <a:gd name="connsiteX11" fmla="*/ 16907 w 1967442"/>
                <a:gd name="connsiteY11" fmla="*/ 1749777 h 1883145"/>
                <a:gd name="connsiteX12" fmla="*/ 1572262 w 1967442"/>
                <a:gd name="connsiteY12" fmla="*/ 1487733 h 1883145"/>
                <a:gd name="connsiteX13" fmla="*/ 1587056 w 1967442"/>
                <a:gd name="connsiteY13" fmla="*/ 1536339 h 1883145"/>
                <a:gd name="connsiteX14" fmla="*/ 1532111 w 1967442"/>
                <a:gd name="connsiteY14" fmla="*/ 1513093 h 1883145"/>
                <a:gd name="connsiteX15" fmla="*/ 1515204 w 1967442"/>
                <a:gd name="connsiteY15" fmla="*/ 1500413 h 1883145"/>
                <a:gd name="connsiteX16" fmla="*/ 1532111 w 1967442"/>
                <a:gd name="connsiteY16" fmla="*/ 1502526 h 1883145"/>
                <a:gd name="connsiteX17" fmla="*/ 1580716 w 1967442"/>
                <a:gd name="connsiteY17" fmla="*/ 1529998 h 1883145"/>
                <a:gd name="connsiteX18" fmla="*/ 1572262 w 1967442"/>
                <a:gd name="connsiteY18" fmla="*/ 1487733 h 1883145"/>
                <a:gd name="connsiteX19" fmla="*/ 1697209 w 1967442"/>
                <a:gd name="connsiteY19" fmla="*/ 1483508 h 1883145"/>
                <a:gd name="connsiteX20" fmla="*/ 1709624 w 1967442"/>
                <a:gd name="connsiteY20" fmla="*/ 1487734 h 1883145"/>
                <a:gd name="connsiteX21" fmla="*/ 1682151 w 1967442"/>
                <a:gd name="connsiteY21" fmla="*/ 1510981 h 1883145"/>
                <a:gd name="connsiteX22" fmla="*/ 1625093 w 1967442"/>
                <a:gd name="connsiteY22" fmla="*/ 1489848 h 1883145"/>
                <a:gd name="connsiteX23" fmla="*/ 1646226 w 1967442"/>
                <a:gd name="connsiteY23" fmla="*/ 1487734 h 1883145"/>
                <a:gd name="connsiteX24" fmla="*/ 1644113 w 1967442"/>
                <a:gd name="connsiteY24" fmla="*/ 1508867 h 1883145"/>
                <a:gd name="connsiteX25" fmla="*/ 1667358 w 1967442"/>
                <a:gd name="connsiteY25" fmla="*/ 1508867 h 1883145"/>
                <a:gd name="connsiteX26" fmla="*/ 1686378 w 1967442"/>
                <a:gd name="connsiteY26" fmla="*/ 1485621 h 1883145"/>
                <a:gd name="connsiteX27" fmla="*/ 1697209 w 1967442"/>
                <a:gd name="connsiteY27" fmla="*/ 1483508 h 1883145"/>
                <a:gd name="connsiteX28" fmla="*/ 1800494 w 1967442"/>
                <a:gd name="connsiteY28" fmla="*/ 1459997 h 1883145"/>
                <a:gd name="connsiteX29" fmla="*/ 1808947 w 1967442"/>
                <a:gd name="connsiteY29" fmla="*/ 1462375 h 1883145"/>
                <a:gd name="connsiteX30" fmla="*/ 1787814 w 1967442"/>
                <a:gd name="connsiteY30" fmla="*/ 1485621 h 1883145"/>
                <a:gd name="connsiteX31" fmla="*/ 1745549 w 1967442"/>
                <a:gd name="connsiteY31" fmla="*/ 1464488 h 1883145"/>
                <a:gd name="connsiteX32" fmla="*/ 1762456 w 1967442"/>
                <a:gd name="connsiteY32" fmla="*/ 1464488 h 1883145"/>
                <a:gd name="connsiteX33" fmla="*/ 1760342 w 1967442"/>
                <a:gd name="connsiteY33" fmla="*/ 1485621 h 1883145"/>
                <a:gd name="connsiteX34" fmla="*/ 1777248 w 1967442"/>
                <a:gd name="connsiteY34" fmla="*/ 1485621 h 1883145"/>
                <a:gd name="connsiteX35" fmla="*/ 1792041 w 1967442"/>
                <a:gd name="connsiteY35" fmla="*/ 1462375 h 1883145"/>
                <a:gd name="connsiteX36" fmla="*/ 1800494 w 1967442"/>
                <a:gd name="connsiteY36" fmla="*/ 1459997 h 1883145"/>
                <a:gd name="connsiteX37" fmla="*/ 1187122 w 1967442"/>
                <a:gd name="connsiteY37" fmla="*/ 1428033 h 1883145"/>
                <a:gd name="connsiteX38" fmla="*/ 1255275 w 1967442"/>
                <a:gd name="connsiteY38" fmla="*/ 1439128 h 1883145"/>
                <a:gd name="connsiteX39" fmla="*/ 1227802 w 1967442"/>
                <a:gd name="connsiteY39" fmla="*/ 1456034 h 1883145"/>
                <a:gd name="connsiteX40" fmla="*/ 1122139 w 1967442"/>
                <a:gd name="connsiteY40" fmla="*/ 1439128 h 1883145"/>
                <a:gd name="connsiteX41" fmla="*/ 1187122 w 1967442"/>
                <a:gd name="connsiteY41" fmla="*/ 1428033 h 1883145"/>
                <a:gd name="connsiteX42" fmla="*/ 1923328 w 1967442"/>
                <a:gd name="connsiteY42" fmla="*/ 1407165 h 1883145"/>
                <a:gd name="connsiteX43" fmla="*/ 1942084 w 1967442"/>
                <a:gd name="connsiteY43" fmla="*/ 1430675 h 1883145"/>
                <a:gd name="connsiteX44" fmla="*/ 1967442 w 1967442"/>
                <a:gd name="connsiteY44" fmla="*/ 1447581 h 1883145"/>
                <a:gd name="connsiteX45" fmla="*/ 1868120 w 1967442"/>
                <a:gd name="connsiteY45" fmla="*/ 1517319 h 1883145"/>
                <a:gd name="connsiteX46" fmla="*/ 1544791 w 1967442"/>
                <a:gd name="connsiteY46" fmla="*/ 1792043 h 1883145"/>
                <a:gd name="connsiteX47" fmla="*/ 1441240 w 1967442"/>
                <a:gd name="connsiteY47" fmla="*/ 1851214 h 1883145"/>
                <a:gd name="connsiteX48" fmla="*/ 1432787 w 1967442"/>
                <a:gd name="connsiteY48" fmla="*/ 1842761 h 1883145"/>
                <a:gd name="connsiteX49" fmla="*/ 1475503 w 1967442"/>
                <a:gd name="connsiteY49" fmla="*/ 1819326 h 1883145"/>
                <a:gd name="connsiteX50" fmla="*/ 1654300 w 1967442"/>
                <a:gd name="connsiteY50" fmla="*/ 1689775 h 1883145"/>
                <a:gd name="connsiteX51" fmla="*/ 1905777 w 1967442"/>
                <a:gd name="connsiteY51" fmla="*/ 1462374 h 1883145"/>
                <a:gd name="connsiteX52" fmla="*/ 1893478 w 1967442"/>
                <a:gd name="connsiteY52" fmla="*/ 1420109 h 1883145"/>
                <a:gd name="connsiteX53" fmla="*/ 1923328 w 1967442"/>
                <a:gd name="connsiteY53" fmla="*/ 1407165 h 1883145"/>
                <a:gd name="connsiteX54" fmla="*/ 1238469 w 1967442"/>
                <a:gd name="connsiteY54" fmla="*/ 1382533 h 1883145"/>
                <a:gd name="connsiteX55" fmla="*/ 1261880 w 1967442"/>
                <a:gd name="connsiteY55" fmla="*/ 1382599 h 1883145"/>
                <a:gd name="connsiteX56" fmla="*/ 1301768 w 1967442"/>
                <a:gd name="connsiteY56" fmla="*/ 1392637 h 1883145"/>
                <a:gd name="connsiteX57" fmla="*/ 1301768 w 1967442"/>
                <a:gd name="connsiteY57" fmla="*/ 1409543 h 1883145"/>
                <a:gd name="connsiteX58" fmla="*/ 1210896 w 1967442"/>
                <a:gd name="connsiteY58" fmla="*/ 1388410 h 1883145"/>
                <a:gd name="connsiteX59" fmla="*/ 1238469 w 1967442"/>
                <a:gd name="connsiteY59" fmla="*/ 1382533 h 1883145"/>
                <a:gd name="connsiteX60" fmla="*/ 657224 w 1967442"/>
                <a:gd name="connsiteY60" fmla="*/ 128910 h 1883145"/>
                <a:gd name="connsiteX61" fmla="*/ 659336 w 1967442"/>
                <a:gd name="connsiteY61" fmla="*/ 147929 h 1883145"/>
                <a:gd name="connsiteX62" fmla="*/ 663563 w 1967442"/>
                <a:gd name="connsiteY62" fmla="*/ 196534 h 1883145"/>
                <a:gd name="connsiteX63" fmla="*/ 636091 w 1967442"/>
                <a:gd name="connsiteY63" fmla="*/ 152155 h 1883145"/>
                <a:gd name="connsiteX64" fmla="*/ 640317 w 1967442"/>
                <a:gd name="connsiteY64" fmla="*/ 133136 h 1883145"/>
                <a:gd name="connsiteX65" fmla="*/ 657224 w 1967442"/>
                <a:gd name="connsiteY65" fmla="*/ 128910 h 1883145"/>
                <a:gd name="connsiteX66" fmla="*/ 589599 w 1967442"/>
                <a:gd name="connsiteY66" fmla="*/ 31698 h 1883145"/>
                <a:gd name="connsiteX67" fmla="*/ 598052 w 1967442"/>
                <a:gd name="connsiteY67" fmla="*/ 42264 h 1883145"/>
                <a:gd name="connsiteX68" fmla="*/ 642430 w 1967442"/>
                <a:gd name="connsiteY68" fmla="*/ 224006 h 1883145"/>
                <a:gd name="connsiteX69" fmla="*/ 678356 w 1967442"/>
                <a:gd name="connsiteY69" fmla="*/ 262044 h 1883145"/>
                <a:gd name="connsiteX70" fmla="*/ 710055 w 1967442"/>
                <a:gd name="connsiteY70" fmla="*/ 266271 h 1883145"/>
                <a:gd name="connsiteX71" fmla="*/ 682582 w 1967442"/>
                <a:gd name="connsiteY71" fmla="*/ 283177 h 1883145"/>
                <a:gd name="connsiteX72" fmla="*/ 642430 w 1967442"/>
                <a:gd name="connsiteY72" fmla="*/ 264157 h 1883145"/>
                <a:gd name="connsiteX73" fmla="*/ 629751 w 1967442"/>
                <a:gd name="connsiteY73" fmla="*/ 340235 h 1883145"/>
                <a:gd name="connsiteX74" fmla="*/ 606505 w 1967442"/>
                <a:gd name="connsiteY74" fmla="*/ 420539 h 1883145"/>
                <a:gd name="connsiteX75" fmla="*/ 598052 w 1967442"/>
                <a:gd name="connsiteY75" fmla="*/ 414199 h 1883145"/>
                <a:gd name="connsiteX76" fmla="*/ 627637 w 1967442"/>
                <a:gd name="connsiteY76" fmla="*/ 238798 h 1883145"/>
                <a:gd name="connsiteX77" fmla="*/ 610731 w 1967442"/>
                <a:gd name="connsiteY77" fmla="*/ 158494 h 1883145"/>
                <a:gd name="connsiteX78" fmla="*/ 589599 w 1967442"/>
                <a:gd name="connsiteY78" fmla="*/ 31698 h 1883145"/>
                <a:gd name="connsiteX79" fmla="*/ 1177085 w 1967442"/>
                <a:gd name="connsiteY79" fmla="*/ 0 h 1883145"/>
                <a:gd name="connsiteX80" fmla="*/ 1177085 w 1967442"/>
                <a:gd name="connsiteY80" fmla="*/ 147928 h 1883145"/>
                <a:gd name="connsiteX81" fmla="*/ 1134820 w 1967442"/>
                <a:gd name="connsiteY81" fmla="*/ 333895 h 1883145"/>
                <a:gd name="connsiteX82" fmla="*/ 1071422 w 1967442"/>
                <a:gd name="connsiteY82" fmla="*/ 452238 h 1883145"/>
                <a:gd name="connsiteX83" fmla="*/ 1039723 w 1967442"/>
                <a:gd name="connsiteY83" fmla="*/ 498730 h 1883145"/>
                <a:gd name="connsiteX84" fmla="*/ 1005911 w 1967442"/>
                <a:gd name="connsiteY84" fmla="*/ 576920 h 1883145"/>
                <a:gd name="connsiteX85" fmla="*/ 967872 w 1967442"/>
                <a:gd name="connsiteY85" fmla="*/ 593827 h 1883145"/>
                <a:gd name="connsiteX86" fmla="*/ 750206 w 1967442"/>
                <a:gd name="connsiteY86" fmla="*/ 471257 h 1883145"/>
                <a:gd name="connsiteX87" fmla="*/ 976325 w 1967442"/>
                <a:gd name="connsiteY87" fmla="*/ 585374 h 1883145"/>
                <a:gd name="connsiteX88" fmla="*/ 1029157 w 1967442"/>
                <a:gd name="connsiteY88" fmla="*/ 500843 h 1883145"/>
                <a:gd name="connsiteX89" fmla="*/ 1069309 w 1967442"/>
                <a:gd name="connsiteY89" fmla="*/ 443785 h 1883145"/>
                <a:gd name="connsiteX90" fmla="*/ 1168632 w 1967442"/>
                <a:gd name="connsiteY90" fmla="*/ 145815 h 1883145"/>
                <a:gd name="connsiteX91" fmla="*/ 1164406 w 1967442"/>
                <a:gd name="connsiteY91" fmla="*/ 12680 h 1883145"/>
                <a:gd name="connsiteX92" fmla="*/ 1177085 w 1967442"/>
                <a:gd name="connsiteY92" fmla="*/ 0 h 1883145"/>
                <a:gd name="connsiteX0" fmla="*/ 16907 w 1967442"/>
                <a:gd name="connsiteY0" fmla="*/ 1749777 h 1883145"/>
                <a:gd name="connsiteX1" fmla="*/ 59172 w 1967442"/>
                <a:gd name="connsiteY1" fmla="*/ 1832195 h 1883145"/>
                <a:gd name="connsiteX2" fmla="*/ 173288 w 1967442"/>
                <a:gd name="connsiteY2" fmla="*/ 1857554 h 1883145"/>
                <a:gd name="connsiteX3" fmla="*/ 323329 w 1967442"/>
                <a:gd name="connsiteY3" fmla="*/ 1817402 h 1883145"/>
                <a:gd name="connsiteX4" fmla="*/ 359255 w 1967442"/>
                <a:gd name="connsiteY4" fmla="*/ 1811062 h 1883145"/>
                <a:gd name="connsiteX5" fmla="*/ 346576 w 1967442"/>
                <a:gd name="connsiteY5" fmla="*/ 1851215 h 1883145"/>
                <a:gd name="connsiteX6" fmla="*/ 327556 w 1967442"/>
                <a:gd name="connsiteY6" fmla="*/ 1825855 h 1883145"/>
                <a:gd name="connsiteX7" fmla="*/ 177515 w 1967442"/>
                <a:gd name="connsiteY7" fmla="*/ 1872347 h 1883145"/>
                <a:gd name="connsiteX8" fmla="*/ 50719 w 1967442"/>
                <a:gd name="connsiteY8" fmla="*/ 1842761 h 1883145"/>
                <a:gd name="connsiteX9" fmla="*/ 12680 w 1967442"/>
                <a:gd name="connsiteY9" fmla="*/ 1779363 h 1883145"/>
                <a:gd name="connsiteX10" fmla="*/ 0 w 1967442"/>
                <a:gd name="connsiteY10" fmla="*/ 1751891 h 1883145"/>
                <a:gd name="connsiteX11" fmla="*/ 16907 w 1967442"/>
                <a:gd name="connsiteY11" fmla="*/ 1749777 h 1883145"/>
                <a:gd name="connsiteX12" fmla="*/ 1572262 w 1967442"/>
                <a:gd name="connsiteY12" fmla="*/ 1487733 h 1883145"/>
                <a:gd name="connsiteX13" fmla="*/ 1587056 w 1967442"/>
                <a:gd name="connsiteY13" fmla="*/ 1536339 h 1883145"/>
                <a:gd name="connsiteX14" fmla="*/ 1532111 w 1967442"/>
                <a:gd name="connsiteY14" fmla="*/ 1513093 h 1883145"/>
                <a:gd name="connsiteX15" fmla="*/ 1515204 w 1967442"/>
                <a:gd name="connsiteY15" fmla="*/ 1500413 h 1883145"/>
                <a:gd name="connsiteX16" fmla="*/ 1532111 w 1967442"/>
                <a:gd name="connsiteY16" fmla="*/ 1502526 h 1883145"/>
                <a:gd name="connsiteX17" fmla="*/ 1580716 w 1967442"/>
                <a:gd name="connsiteY17" fmla="*/ 1529998 h 1883145"/>
                <a:gd name="connsiteX18" fmla="*/ 1572262 w 1967442"/>
                <a:gd name="connsiteY18" fmla="*/ 1487733 h 1883145"/>
                <a:gd name="connsiteX19" fmla="*/ 1697209 w 1967442"/>
                <a:gd name="connsiteY19" fmla="*/ 1483508 h 1883145"/>
                <a:gd name="connsiteX20" fmla="*/ 1709624 w 1967442"/>
                <a:gd name="connsiteY20" fmla="*/ 1487734 h 1883145"/>
                <a:gd name="connsiteX21" fmla="*/ 1682151 w 1967442"/>
                <a:gd name="connsiteY21" fmla="*/ 1510981 h 1883145"/>
                <a:gd name="connsiteX22" fmla="*/ 1625093 w 1967442"/>
                <a:gd name="connsiteY22" fmla="*/ 1489848 h 1883145"/>
                <a:gd name="connsiteX23" fmla="*/ 1646226 w 1967442"/>
                <a:gd name="connsiteY23" fmla="*/ 1487734 h 1883145"/>
                <a:gd name="connsiteX24" fmla="*/ 1644113 w 1967442"/>
                <a:gd name="connsiteY24" fmla="*/ 1508867 h 1883145"/>
                <a:gd name="connsiteX25" fmla="*/ 1667358 w 1967442"/>
                <a:gd name="connsiteY25" fmla="*/ 1508867 h 1883145"/>
                <a:gd name="connsiteX26" fmla="*/ 1686378 w 1967442"/>
                <a:gd name="connsiteY26" fmla="*/ 1485621 h 1883145"/>
                <a:gd name="connsiteX27" fmla="*/ 1697209 w 1967442"/>
                <a:gd name="connsiteY27" fmla="*/ 1483508 h 1883145"/>
                <a:gd name="connsiteX28" fmla="*/ 1800494 w 1967442"/>
                <a:gd name="connsiteY28" fmla="*/ 1459997 h 1883145"/>
                <a:gd name="connsiteX29" fmla="*/ 1808947 w 1967442"/>
                <a:gd name="connsiteY29" fmla="*/ 1462375 h 1883145"/>
                <a:gd name="connsiteX30" fmla="*/ 1787814 w 1967442"/>
                <a:gd name="connsiteY30" fmla="*/ 1485621 h 1883145"/>
                <a:gd name="connsiteX31" fmla="*/ 1745549 w 1967442"/>
                <a:gd name="connsiteY31" fmla="*/ 1464488 h 1883145"/>
                <a:gd name="connsiteX32" fmla="*/ 1762456 w 1967442"/>
                <a:gd name="connsiteY32" fmla="*/ 1464488 h 1883145"/>
                <a:gd name="connsiteX33" fmla="*/ 1760342 w 1967442"/>
                <a:gd name="connsiteY33" fmla="*/ 1485621 h 1883145"/>
                <a:gd name="connsiteX34" fmla="*/ 1777248 w 1967442"/>
                <a:gd name="connsiteY34" fmla="*/ 1485621 h 1883145"/>
                <a:gd name="connsiteX35" fmla="*/ 1792041 w 1967442"/>
                <a:gd name="connsiteY35" fmla="*/ 1462375 h 1883145"/>
                <a:gd name="connsiteX36" fmla="*/ 1800494 w 1967442"/>
                <a:gd name="connsiteY36" fmla="*/ 1459997 h 1883145"/>
                <a:gd name="connsiteX37" fmla="*/ 1187122 w 1967442"/>
                <a:gd name="connsiteY37" fmla="*/ 1428033 h 1883145"/>
                <a:gd name="connsiteX38" fmla="*/ 1255275 w 1967442"/>
                <a:gd name="connsiteY38" fmla="*/ 1439128 h 1883145"/>
                <a:gd name="connsiteX39" fmla="*/ 1227802 w 1967442"/>
                <a:gd name="connsiteY39" fmla="*/ 1456034 h 1883145"/>
                <a:gd name="connsiteX40" fmla="*/ 1122139 w 1967442"/>
                <a:gd name="connsiteY40" fmla="*/ 1439128 h 1883145"/>
                <a:gd name="connsiteX41" fmla="*/ 1187122 w 1967442"/>
                <a:gd name="connsiteY41" fmla="*/ 1428033 h 1883145"/>
                <a:gd name="connsiteX42" fmla="*/ 1923328 w 1967442"/>
                <a:gd name="connsiteY42" fmla="*/ 1407165 h 1883145"/>
                <a:gd name="connsiteX43" fmla="*/ 1942084 w 1967442"/>
                <a:gd name="connsiteY43" fmla="*/ 1430675 h 1883145"/>
                <a:gd name="connsiteX44" fmla="*/ 1967442 w 1967442"/>
                <a:gd name="connsiteY44" fmla="*/ 1447581 h 1883145"/>
                <a:gd name="connsiteX45" fmla="*/ 1868120 w 1967442"/>
                <a:gd name="connsiteY45" fmla="*/ 1517319 h 1883145"/>
                <a:gd name="connsiteX46" fmla="*/ 1544791 w 1967442"/>
                <a:gd name="connsiteY46" fmla="*/ 1792043 h 1883145"/>
                <a:gd name="connsiteX47" fmla="*/ 1441240 w 1967442"/>
                <a:gd name="connsiteY47" fmla="*/ 1851214 h 1883145"/>
                <a:gd name="connsiteX48" fmla="*/ 1432787 w 1967442"/>
                <a:gd name="connsiteY48" fmla="*/ 1842761 h 1883145"/>
                <a:gd name="connsiteX49" fmla="*/ 1475503 w 1967442"/>
                <a:gd name="connsiteY49" fmla="*/ 1819326 h 1883145"/>
                <a:gd name="connsiteX50" fmla="*/ 1654300 w 1967442"/>
                <a:gd name="connsiteY50" fmla="*/ 1689775 h 1883145"/>
                <a:gd name="connsiteX51" fmla="*/ 1919548 w 1967442"/>
                <a:gd name="connsiteY51" fmla="*/ 1459620 h 1883145"/>
                <a:gd name="connsiteX52" fmla="*/ 1893478 w 1967442"/>
                <a:gd name="connsiteY52" fmla="*/ 1420109 h 1883145"/>
                <a:gd name="connsiteX53" fmla="*/ 1923328 w 1967442"/>
                <a:gd name="connsiteY53" fmla="*/ 1407165 h 1883145"/>
                <a:gd name="connsiteX54" fmla="*/ 1238469 w 1967442"/>
                <a:gd name="connsiteY54" fmla="*/ 1382533 h 1883145"/>
                <a:gd name="connsiteX55" fmla="*/ 1261880 w 1967442"/>
                <a:gd name="connsiteY55" fmla="*/ 1382599 h 1883145"/>
                <a:gd name="connsiteX56" fmla="*/ 1301768 w 1967442"/>
                <a:gd name="connsiteY56" fmla="*/ 1392637 h 1883145"/>
                <a:gd name="connsiteX57" fmla="*/ 1301768 w 1967442"/>
                <a:gd name="connsiteY57" fmla="*/ 1409543 h 1883145"/>
                <a:gd name="connsiteX58" fmla="*/ 1210896 w 1967442"/>
                <a:gd name="connsiteY58" fmla="*/ 1388410 h 1883145"/>
                <a:gd name="connsiteX59" fmla="*/ 1238469 w 1967442"/>
                <a:gd name="connsiteY59" fmla="*/ 1382533 h 1883145"/>
                <a:gd name="connsiteX60" fmla="*/ 657224 w 1967442"/>
                <a:gd name="connsiteY60" fmla="*/ 128910 h 1883145"/>
                <a:gd name="connsiteX61" fmla="*/ 659336 w 1967442"/>
                <a:gd name="connsiteY61" fmla="*/ 147929 h 1883145"/>
                <a:gd name="connsiteX62" fmla="*/ 663563 w 1967442"/>
                <a:gd name="connsiteY62" fmla="*/ 196534 h 1883145"/>
                <a:gd name="connsiteX63" fmla="*/ 636091 w 1967442"/>
                <a:gd name="connsiteY63" fmla="*/ 152155 h 1883145"/>
                <a:gd name="connsiteX64" fmla="*/ 640317 w 1967442"/>
                <a:gd name="connsiteY64" fmla="*/ 133136 h 1883145"/>
                <a:gd name="connsiteX65" fmla="*/ 657224 w 1967442"/>
                <a:gd name="connsiteY65" fmla="*/ 128910 h 1883145"/>
                <a:gd name="connsiteX66" fmla="*/ 589599 w 1967442"/>
                <a:gd name="connsiteY66" fmla="*/ 31698 h 1883145"/>
                <a:gd name="connsiteX67" fmla="*/ 598052 w 1967442"/>
                <a:gd name="connsiteY67" fmla="*/ 42264 h 1883145"/>
                <a:gd name="connsiteX68" fmla="*/ 642430 w 1967442"/>
                <a:gd name="connsiteY68" fmla="*/ 224006 h 1883145"/>
                <a:gd name="connsiteX69" fmla="*/ 678356 w 1967442"/>
                <a:gd name="connsiteY69" fmla="*/ 262044 h 1883145"/>
                <a:gd name="connsiteX70" fmla="*/ 710055 w 1967442"/>
                <a:gd name="connsiteY70" fmla="*/ 266271 h 1883145"/>
                <a:gd name="connsiteX71" fmla="*/ 682582 w 1967442"/>
                <a:gd name="connsiteY71" fmla="*/ 283177 h 1883145"/>
                <a:gd name="connsiteX72" fmla="*/ 642430 w 1967442"/>
                <a:gd name="connsiteY72" fmla="*/ 264157 h 1883145"/>
                <a:gd name="connsiteX73" fmla="*/ 629751 w 1967442"/>
                <a:gd name="connsiteY73" fmla="*/ 340235 h 1883145"/>
                <a:gd name="connsiteX74" fmla="*/ 606505 w 1967442"/>
                <a:gd name="connsiteY74" fmla="*/ 420539 h 1883145"/>
                <a:gd name="connsiteX75" fmla="*/ 598052 w 1967442"/>
                <a:gd name="connsiteY75" fmla="*/ 414199 h 1883145"/>
                <a:gd name="connsiteX76" fmla="*/ 627637 w 1967442"/>
                <a:gd name="connsiteY76" fmla="*/ 238798 h 1883145"/>
                <a:gd name="connsiteX77" fmla="*/ 610731 w 1967442"/>
                <a:gd name="connsiteY77" fmla="*/ 158494 h 1883145"/>
                <a:gd name="connsiteX78" fmla="*/ 589599 w 1967442"/>
                <a:gd name="connsiteY78" fmla="*/ 31698 h 1883145"/>
                <a:gd name="connsiteX79" fmla="*/ 1177085 w 1967442"/>
                <a:gd name="connsiteY79" fmla="*/ 0 h 1883145"/>
                <a:gd name="connsiteX80" fmla="*/ 1177085 w 1967442"/>
                <a:gd name="connsiteY80" fmla="*/ 147928 h 1883145"/>
                <a:gd name="connsiteX81" fmla="*/ 1134820 w 1967442"/>
                <a:gd name="connsiteY81" fmla="*/ 333895 h 1883145"/>
                <a:gd name="connsiteX82" fmla="*/ 1071422 w 1967442"/>
                <a:gd name="connsiteY82" fmla="*/ 452238 h 1883145"/>
                <a:gd name="connsiteX83" fmla="*/ 1039723 w 1967442"/>
                <a:gd name="connsiteY83" fmla="*/ 498730 h 1883145"/>
                <a:gd name="connsiteX84" fmla="*/ 1005911 w 1967442"/>
                <a:gd name="connsiteY84" fmla="*/ 576920 h 1883145"/>
                <a:gd name="connsiteX85" fmla="*/ 967872 w 1967442"/>
                <a:gd name="connsiteY85" fmla="*/ 593827 h 1883145"/>
                <a:gd name="connsiteX86" fmla="*/ 750206 w 1967442"/>
                <a:gd name="connsiteY86" fmla="*/ 471257 h 1883145"/>
                <a:gd name="connsiteX87" fmla="*/ 976325 w 1967442"/>
                <a:gd name="connsiteY87" fmla="*/ 585374 h 1883145"/>
                <a:gd name="connsiteX88" fmla="*/ 1029157 w 1967442"/>
                <a:gd name="connsiteY88" fmla="*/ 500843 h 1883145"/>
                <a:gd name="connsiteX89" fmla="*/ 1069309 w 1967442"/>
                <a:gd name="connsiteY89" fmla="*/ 443785 h 1883145"/>
                <a:gd name="connsiteX90" fmla="*/ 1168632 w 1967442"/>
                <a:gd name="connsiteY90" fmla="*/ 145815 h 1883145"/>
                <a:gd name="connsiteX91" fmla="*/ 1164406 w 1967442"/>
                <a:gd name="connsiteY91" fmla="*/ 12680 h 1883145"/>
                <a:gd name="connsiteX92" fmla="*/ 1177085 w 1967442"/>
                <a:gd name="connsiteY92" fmla="*/ 0 h 1883145"/>
                <a:gd name="connsiteX0" fmla="*/ 16907 w 1967442"/>
                <a:gd name="connsiteY0" fmla="*/ 1749777 h 1883145"/>
                <a:gd name="connsiteX1" fmla="*/ 59172 w 1967442"/>
                <a:gd name="connsiteY1" fmla="*/ 1832195 h 1883145"/>
                <a:gd name="connsiteX2" fmla="*/ 173288 w 1967442"/>
                <a:gd name="connsiteY2" fmla="*/ 1857554 h 1883145"/>
                <a:gd name="connsiteX3" fmla="*/ 323329 w 1967442"/>
                <a:gd name="connsiteY3" fmla="*/ 1817402 h 1883145"/>
                <a:gd name="connsiteX4" fmla="*/ 359255 w 1967442"/>
                <a:gd name="connsiteY4" fmla="*/ 1811062 h 1883145"/>
                <a:gd name="connsiteX5" fmla="*/ 346576 w 1967442"/>
                <a:gd name="connsiteY5" fmla="*/ 1851215 h 1883145"/>
                <a:gd name="connsiteX6" fmla="*/ 327556 w 1967442"/>
                <a:gd name="connsiteY6" fmla="*/ 1825855 h 1883145"/>
                <a:gd name="connsiteX7" fmla="*/ 177515 w 1967442"/>
                <a:gd name="connsiteY7" fmla="*/ 1872347 h 1883145"/>
                <a:gd name="connsiteX8" fmla="*/ 50719 w 1967442"/>
                <a:gd name="connsiteY8" fmla="*/ 1842761 h 1883145"/>
                <a:gd name="connsiteX9" fmla="*/ 12680 w 1967442"/>
                <a:gd name="connsiteY9" fmla="*/ 1779363 h 1883145"/>
                <a:gd name="connsiteX10" fmla="*/ 0 w 1967442"/>
                <a:gd name="connsiteY10" fmla="*/ 1751891 h 1883145"/>
                <a:gd name="connsiteX11" fmla="*/ 16907 w 1967442"/>
                <a:gd name="connsiteY11" fmla="*/ 1749777 h 1883145"/>
                <a:gd name="connsiteX12" fmla="*/ 1572262 w 1967442"/>
                <a:gd name="connsiteY12" fmla="*/ 1487733 h 1883145"/>
                <a:gd name="connsiteX13" fmla="*/ 1587056 w 1967442"/>
                <a:gd name="connsiteY13" fmla="*/ 1536339 h 1883145"/>
                <a:gd name="connsiteX14" fmla="*/ 1532111 w 1967442"/>
                <a:gd name="connsiteY14" fmla="*/ 1513093 h 1883145"/>
                <a:gd name="connsiteX15" fmla="*/ 1515204 w 1967442"/>
                <a:gd name="connsiteY15" fmla="*/ 1500413 h 1883145"/>
                <a:gd name="connsiteX16" fmla="*/ 1532111 w 1967442"/>
                <a:gd name="connsiteY16" fmla="*/ 1502526 h 1883145"/>
                <a:gd name="connsiteX17" fmla="*/ 1580716 w 1967442"/>
                <a:gd name="connsiteY17" fmla="*/ 1529998 h 1883145"/>
                <a:gd name="connsiteX18" fmla="*/ 1572262 w 1967442"/>
                <a:gd name="connsiteY18" fmla="*/ 1487733 h 1883145"/>
                <a:gd name="connsiteX19" fmla="*/ 1697209 w 1967442"/>
                <a:gd name="connsiteY19" fmla="*/ 1483508 h 1883145"/>
                <a:gd name="connsiteX20" fmla="*/ 1709624 w 1967442"/>
                <a:gd name="connsiteY20" fmla="*/ 1487734 h 1883145"/>
                <a:gd name="connsiteX21" fmla="*/ 1682151 w 1967442"/>
                <a:gd name="connsiteY21" fmla="*/ 1510981 h 1883145"/>
                <a:gd name="connsiteX22" fmla="*/ 1625093 w 1967442"/>
                <a:gd name="connsiteY22" fmla="*/ 1489848 h 1883145"/>
                <a:gd name="connsiteX23" fmla="*/ 1646226 w 1967442"/>
                <a:gd name="connsiteY23" fmla="*/ 1487734 h 1883145"/>
                <a:gd name="connsiteX24" fmla="*/ 1644113 w 1967442"/>
                <a:gd name="connsiteY24" fmla="*/ 1508867 h 1883145"/>
                <a:gd name="connsiteX25" fmla="*/ 1667358 w 1967442"/>
                <a:gd name="connsiteY25" fmla="*/ 1508867 h 1883145"/>
                <a:gd name="connsiteX26" fmla="*/ 1686378 w 1967442"/>
                <a:gd name="connsiteY26" fmla="*/ 1485621 h 1883145"/>
                <a:gd name="connsiteX27" fmla="*/ 1697209 w 1967442"/>
                <a:gd name="connsiteY27" fmla="*/ 1483508 h 1883145"/>
                <a:gd name="connsiteX28" fmla="*/ 1800494 w 1967442"/>
                <a:gd name="connsiteY28" fmla="*/ 1459997 h 1883145"/>
                <a:gd name="connsiteX29" fmla="*/ 1808947 w 1967442"/>
                <a:gd name="connsiteY29" fmla="*/ 1462375 h 1883145"/>
                <a:gd name="connsiteX30" fmla="*/ 1787814 w 1967442"/>
                <a:gd name="connsiteY30" fmla="*/ 1485621 h 1883145"/>
                <a:gd name="connsiteX31" fmla="*/ 1745549 w 1967442"/>
                <a:gd name="connsiteY31" fmla="*/ 1464488 h 1883145"/>
                <a:gd name="connsiteX32" fmla="*/ 1762456 w 1967442"/>
                <a:gd name="connsiteY32" fmla="*/ 1464488 h 1883145"/>
                <a:gd name="connsiteX33" fmla="*/ 1760342 w 1967442"/>
                <a:gd name="connsiteY33" fmla="*/ 1485621 h 1883145"/>
                <a:gd name="connsiteX34" fmla="*/ 1777248 w 1967442"/>
                <a:gd name="connsiteY34" fmla="*/ 1485621 h 1883145"/>
                <a:gd name="connsiteX35" fmla="*/ 1792041 w 1967442"/>
                <a:gd name="connsiteY35" fmla="*/ 1462375 h 1883145"/>
                <a:gd name="connsiteX36" fmla="*/ 1800494 w 1967442"/>
                <a:gd name="connsiteY36" fmla="*/ 1459997 h 1883145"/>
                <a:gd name="connsiteX37" fmla="*/ 1187122 w 1967442"/>
                <a:gd name="connsiteY37" fmla="*/ 1428033 h 1883145"/>
                <a:gd name="connsiteX38" fmla="*/ 1255275 w 1967442"/>
                <a:gd name="connsiteY38" fmla="*/ 1439128 h 1883145"/>
                <a:gd name="connsiteX39" fmla="*/ 1227802 w 1967442"/>
                <a:gd name="connsiteY39" fmla="*/ 1456034 h 1883145"/>
                <a:gd name="connsiteX40" fmla="*/ 1122139 w 1967442"/>
                <a:gd name="connsiteY40" fmla="*/ 1439128 h 1883145"/>
                <a:gd name="connsiteX41" fmla="*/ 1187122 w 1967442"/>
                <a:gd name="connsiteY41" fmla="*/ 1428033 h 1883145"/>
                <a:gd name="connsiteX42" fmla="*/ 1923328 w 1967442"/>
                <a:gd name="connsiteY42" fmla="*/ 1407165 h 1883145"/>
                <a:gd name="connsiteX43" fmla="*/ 1942084 w 1967442"/>
                <a:gd name="connsiteY43" fmla="*/ 1430675 h 1883145"/>
                <a:gd name="connsiteX44" fmla="*/ 1967442 w 1967442"/>
                <a:gd name="connsiteY44" fmla="*/ 1447581 h 1883145"/>
                <a:gd name="connsiteX45" fmla="*/ 1868120 w 1967442"/>
                <a:gd name="connsiteY45" fmla="*/ 1517319 h 1883145"/>
                <a:gd name="connsiteX46" fmla="*/ 1544791 w 1967442"/>
                <a:gd name="connsiteY46" fmla="*/ 1792043 h 1883145"/>
                <a:gd name="connsiteX47" fmla="*/ 1441240 w 1967442"/>
                <a:gd name="connsiteY47" fmla="*/ 1851214 h 1883145"/>
                <a:gd name="connsiteX48" fmla="*/ 1432787 w 1967442"/>
                <a:gd name="connsiteY48" fmla="*/ 1842761 h 1883145"/>
                <a:gd name="connsiteX49" fmla="*/ 1475503 w 1967442"/>
                <a:gd name="connsiteY49" fmla="*/ 1819326 h 1883145"/>
                <a:gd name="connsiteX50" fmla="*/ 1654300 w 1967442"/>
                <a:gd name="connsiteY50" fmla="*/ 1689775 h 1883145"/>
                <a:gd name="connsiteX51" fmla="*/ 1914039 w 1967442"/>
                <a:gd name="connsiteY51" fmla="*/ 1459620 h 1883145"/>
                <a:gd name="connsiteX52" fmla="*/ 1893478 w 1967442"/>
                <a:gd name="connsiteY52" fmla="*/ 1420109 h 1883145"/>
                <a:gd name="connsiteX53" fmla="*/ 1923328 w 1967442"/>
                <a:gd name="connsiteY53" fmla="*/ 1407165 h 1883145"/>
                <a:gd name="connsiteX54" fmla="*/ 1238469 w 1967442"/>
                <a:gd name="connsiteY54" fmla="*/ 1382533 h 1883145"/>
                <a:gd name="connsiteX55" fmla="*/ 1261880 w 1967442"/>
                <a:gd name="connsiteY55" fmla="*/ 1382599 h 1883145"/>
                <a:gd name="connsiteX56" fmla="*/ 1301768 w 1967442"/>
                <a:gd name="connsiteY56" fmla="*/ 1392637 h 1883145"/>
                <a:gd name="connsiteX57" fmla="*/ 1301768 w 1967442"/>
                <a:gd name="connsiteY57" fmla="*/ 1409543 h 1883145"/>
                <a:gd name="connsiteX58" fmla="*/ 1210896 w 1967442"/>
                <a:gd name="connsiteY58" fmla="*/ 1388410 h 1883145"/>
                <a:gd name="connsiteX59" fmla="*/ 1238469 w 1967442"/>
                <a:gd name="connsiteY59" fmla="*/ 1382533 h 1883145"/>
                <a:gd name="connsiteX60" fmla="*/ 657224 w 1967442"/>
                <a:gd name="connsiteY60" fmla="*/ 128910 h 1883145"/>
                <a:gd name="connsiteX61" fmla="*/ 659336 w 1967442"/>
                <a:gd name="connsiteY61" fmla="*/ 147929 h 1883145"/>
                <a:gd name="connsiteX62" fmla="*/ 663563 w 1967442"/>
                <a:gd name="connsiteY62" fmla="*/ 196534 h 1883145"/>
                <a:gd name="connsiteX63" fmla="*/ 636091 w 1967442"/>
                <a:gd name="connsiteY63" fmla="*/ 152155 h 1883145"/>
                <a:gd name="connsiteX64" fmla="*/ 640317 w 1967442"/>
                <a:gd name="connsiteY64" fmla="*/ 133136 h 1883145"/>
                <a:gd name="connsiteX65" fmla="*/ 657224 w 1967442"/>
                <a:gd name="connsiteY65" fmla="*/ 128910 h 1883145"/>
                <a:gd name="connsiteX66" fmla="*/ 589599 w 1967442"/>
                <a:gd name="connsiteY66" fmla="*/ 31698 h 1883145"/>
                <a:gd name="connsiteX67" fmla="*/ 598052 w 1967442"/>
                <a:gd name="connsiteY67" fmla="*/ 42264 h 1883145"/>
                <a:gd name="connsiteX68" fmla="*/ 642430 w 1967442"/>
                <a:gd name="connsiteY68" fmla="*/ 224006 h 1883145"/>
                <a:gd name="connsiteX69" fmla="*/ 678356 w 1967442"/>
                <a:gd name="connsiteY69" fmla="*/ 262044 h 1883145"/>
                <a:gd name="connsiteX70" fmla="*/ 710055 w 1967442"/>
                <a:gd name="connsiteY70" fmla="*/ 266271 h 1883145"/>
                <a:gd name="connsiteX71" fmla="*/ 682582 w 1967442"/>
                <a:gd name="connsiteY71" fmla="*/ 283177 h 1883145"/>
                <a:gd name="connsiteX72" fmla="*/ 642430 w 1967442"/>
                <a:gd name="connsiteY72" fmla="*/ 264157 h 1883145"/>
                <a:gd name="connsiteX73" fmla="*/ 629751 w 1967442"/>
                <a:gd name="connsiteY73" fmla="*/ 340235 h 1883145"/>
                <a:gd name="connsiteX74" fmla="*/ 606505 w 1967442"/>
                <a:gd name="connsiteY74" fmla="*/ 420539 h 1883145"/>
                <a:gd name="connsiteX75" fmla="*/ 598052 w 1967442"/>
                <a:gd name="connsiteY75" fmla="*/ 414199 h 1883145"/>
                <a:gd name="connsiteX76" fmla="*/ 627637 w 1967442"/>
                <a:gd name="connsiteY76" fmla="*/ 238798 h 1883145"/>
                <a:gd name="connsiteX77" fmla="*/ 610731 w 1967442"/>
                <a:gd name="connsiteY77" fmla="*/ 158494 h 1883145"/>
                <a:gd name="connsiteX78" fmla="*/ 589599 w 1967442"/>
                <a:gd name="connsiteY78" fmla="*/ 31698 h 1883145"/>
                <a:gd name="connsiteX79" fmla="*/ 1177085 w 1967442"/>
                <a:gd name="connsiteY79" fmla="*/ 0 h 1883145"/>
                <a:gd name="connsiteX80" fmla="*/ 1177085 w 1967442"/>
                <a:gd name="connsiteY80" fmla="*/ 147928 h 1883145"/>
                <a:gd name="connsiteX81" fmla="*/ 1134820 w 1967442"/>
                <a:gd name="connsiteY81" fmla="*/ 333895 h 1883145"/>
                <a:gd name="connsiteX82" fmla="*/ 1071422 w 1967442"/>
                <a:gd name="connsiteY82" fmla="*/ 452238 h 1883145"/>
                <a:gd name="connsiteX83" fmla="*/ 1039723 w 1967442"/>
                <a:gd name="connsiteY83" fmla="*/ 498730 h 1883145"/>
                <a:gd name="connsiteX84" fmla="*/ 1005911 w 1967442"/>
                <a:gd name="connsiteY84" fmla="*/ 576920 h 1883145"/>
                <a:gd name="connsiteX85" fmla="*/ 967872 w 1967442"/>
                <a:gd name="connsiteY85" fmla="*/ 593827 h 1883145"/>
                <a:gd name="connsiteX86" fmla="*/ 750206 w 1967442"/>
                <a:gd name="connsiteY86" fmla="*/ 471257 h 1883145"/>
                <a:gd name="connsiteX87" fmla="*/ 976325 w 1967442"/>
                <a:gd name="connsiteY87" fmla="*/ 585374 h 1883145"/>
                <a:gd name="connsiteX88" fmla="*/ 1029157 w 1967442"/>
                <a:gd name="connsiteY88" fmla="*/ 500843 h 1883145"/>
                <a:gd name="connsiteX89" fmla="*/ 1069309 w 1967442"/>
                <a:gd name="connsiteY89" fmla="*/ 443785 h 1883145"/>
                <a:gd name="connsiteX90" fmla="*/ 1168632 w 1967442"/>
                <a:gd name="connsiteY90" fmla="*/ 145815 h 1883145"/>
                <a:gd name="connsiteX91" fmla="*/ 1164406 w 1967442"/>
                <a:gd name="connsiteY91" fmla="*/ 12680 h 1883145"/>
                <a:gd name="connsiteX92" fmla="*/ 1177085 w 1967442"/>
                <a:gd name="connsiteY92" fmla="*/ 0 h 1883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967442" h="1883145">
                  <a:moveTo>
                    <a:pt x="16907" y="1749777"/>
                  </a:moveTo>
                  <a:cubicBezTo>
                    <a:pt x="31699" y="1787817"/>
                    <a:pt x="40152" y="1808949"/>
                    <a:pt x="59172" y="1832195"/>
                  </a:cubicBezTo>
                  <a:cubicBezTo>
                    <a:pt x="97211" y="1880800"/>
                    <a:pt x="133136" y="1874460"/>
                    <a:pt x="173288" y="1857554"/>
                  </a:cubicBezTo>
                  <a:cubicBezTo>
                    <a:pt x="224007" y="1838535"/>
                    <a:pt x="270498" y="1823741"/>
                    <a:pt x="323329" y="1817402"/>
                  </a:cubicBezTo>
                  <a:cubicBezTo>
                    <a:pt x="338122" y="1815289"/>
                    <a:pt x="350802" y="1813175"/>
                    <a:pt x="359255" y="1811062"/>
                  </a:cubicBezTo>
                  <a:cubicBezTo>
                    <a:pt x="344462" y="1827968"/>
                    <a:pt x="350802" y="1838535"/>
                    <a:pt x="346576" y="1851215"/>
                  </a:cubicBezTo>
                  <a:cubicBezTo>
                    <a:pt x="348689" y="1830082"/>
                    <a:pt x="346576" y="1821629"/>
                    <a:pt x="327556" y="1825855"/>
                  </a:cubicBezTo>
                  <a:cubicBezTo>
                    <a:pt x="270498" y="1838535"/>
                    <a:pt x="228232" y="1851215"/>
                    <a:pt x="177515" y="1872347"/>
                  </a:cubicBezTo>
                  <a:cubicBezTo>
                    <a:pt x="145816" y="1882914"/>
                    <a:pt x="92984" y="1899820"/>
                    <a:pt x="50719" y="1842761"/>
                  </a:cubicBezTo>
                  <a:cubicBezTo>
                    <a:pt x="31699" y="1815289"/>
                    <a:pt x="27473" y="1804723"/>
                    <a:pt x="12680" y="1779363"/>
                  </a:cubicBezTo>
                  <a:cubicBezTo>
                    <a:pt x="8453" y="1768797"/>
                    <a:pt x="10566" y="1762457"/>
                    <a:pt x="0" y="1751891"/>
                  </a:cubicBezTo>
                  <a:cubicBezTo>
                    <a:pt x="12680" y="1751891"/>
                    <a:pt x="12680" y="1751891"/>
                    <a:pt x="16907" y="1749777"/>
                  </a:cubicBezTo>
                  <a:close/>
                  <a:moveTo>
                    <a:pt x="1572262" y="1487733"/>
                  </a:moveTo>
                  <a:cubicBezTo>
                    <a:pt x="1576489" y="1508866"/>
                    <a:pt x="1606075" y="1527886"/>
                    <a:pt x="1587056" y="1536339"/>
                  </a:cubicBezTo>
                  <a:cubicBezTo>
                    <a:pt x="1563810" y="1549018"/>
                    <a:pt x="1559583" y="1525773"/>
                    <a:pt x="1532111" y="1513093"/>
                  </a:cubicBezTo>
                  <a:cubicBezTo>
                    <a:pt x="1525770" y="1510980"/>
                    <a:pt x="1519431" y="1504640"/>
                    <a:pt x="1515204" y="1500413"/>
                  </a:cubicBezTo>
                  <a:cubicBezTo>
                    <a:pt x="1519431" y="1500413"/>
                    <a:pt x="1529997" y="1502526"/>
                    <a:pt x="1532111" y="1502526"/>
                  </a:cubicBezTo>
                  <a:cubicBezTo>
                    <a:pt x="1540563" y="1504640"/>
                    <a:pt x="1561696" y="1534225"/>
                    <a:pt x="1580716" y="1529998"/>
                  </a:cubicBezTo>
                  <a:cubicBezTo>
                    <a:pt x="1593395" y="1527886"/>
                    <a:pt x="1557469" y="1494074"/>
                    <a:pt x="1572262" y="1487733"/>
                  </a:cubicBezTo>
                  <a:close/>
                  <a:moveTo>
                    <a:pt x="1697209" y="1483508"/>
                  </a:moveTo>
                  <a:cubicBezTo>
                    <a:pt x="1700114" y="1485093"/>
                    <a:pt x="1703284" y="1487734"/>
                    <a:pt x="1709624" y="1487734"/>
                  </a:cubicBezTo>
                  <a:cubicBezTo>
                    <a:pt x="1699057" y="1496188"/>
                    <a:pt x="1694831" y="1502527"/>
                    <a:pt x="1682151" y="1510981"/>
                  </a:cubicBezTo>
                  <a:cubicBezTo>
                    <a:pt x="1639886" y="1540566"/>
                    <a:pt x="1644113" y="1542680"/>
                    <a:pt x="1625093" y="1489848"/>
                  </a:cubicBezTo>
                  <a:cubicBezTo>
                    <a:pt x="1639886" y="1489848"/>
                    <a:pt x="1633546" y="1487734"/>
                    <a:pt x="1646226" y="1487734"/>
                  </a:cubicBezTo>
                  <a:cubicBezTo>
                    <a:pt x="1641999" y="1496188"/>
                    <a:pt x="1635659" y="1494074"/>
                    <a:pt x="1644113" y="1508867"/>
                  </a:cubicBezTo>
                  <a:cubicBezTo>
                    <a:pt x="1648340" y="1517320"/>
                    <a:pt x="1658906" y="1515207"/>
                    <a:pt x="1667358" y="1508867"/>
                  </a:cubicBezTo>
                  <a:cubicBezTo>
                    <a:pt x="1673698" y="1502527"/>
                    <a:pt x="1684264" y="1496188"/>
                    <a:pt x="1686378" y="1485621"/>
                  </a:cubicBezTo>
                  <a:cubicBezTo>
                    <a:pt x="1691661" y="1481395"/>
                    <a:pt x="1694303" y="1481923"/>
                    <a:pt x="1697209" y="1483508"/>
                  </a:cubicBezTo>
                  <a:close/>
                  <a:moveTo>
                    <a:pt x="1800494" y="1459997"/>
                  </a:moveTo>
                  <a:cubicBezTo>
                    <a:pt x="1802608" y="1461318"/>
                    <a:pt x="1804721" y="1463432"/>
                    <a:pt x="1808947" y="1462375"/>
                  </a:cubicBezTo>
                  <a:cubicBezTo>
                    <a:pt x="1800495" y="1470829"/>
                    <a:pt x="1796268" y="1477168"/>
                    <a:pt x="1787814" y="1485621"/>
                  </a:cubicBezTo>
                  <a:cubicBezTo>
                    <a:pt x="1756115" y="1515207"/>
                    <a:pt x="1760342" y="1517320"/>
                    <a:pt x="1745549" y="1464488"/>
                  </a:cubicBezTo>
                  <a:lnTo>
                    <a:pt x="1762456" y="1464488"/>
                  </a:lnTo>
                  <a:cubicBezTo>
                    <a:pt x="1758229" y="1472942"/>
                    <a:pt x="1754003" y="1470829"/>
                    <a:pt x="1760342" y="1485621"/>
                  </a:cubicBezTo>
                  <a:cubicBezTo>
                    <a:pt x="1764569" y="1494074"/>
                    <a:pt x="1770909" y="1491961"/>
                    <a:pt x="1777248" y="1485621"/>
                  </a:cubicBezTo>
                  <a:cubicBezTo>
                    <a:pt x="1783589" y="1479281"/>
                    <a:pt x="1789928" y="1472942"/>
                    <a:pt x="1792041" y="1462375"/>
                  </a:cubicBezTo>
                  <a:cubicBezTo>
                    <a:pt x="1796268" y="1458148"/>
                    <a:pt x="1798381" y="1458677"/>
                    <a:pt x="1800494" y="1459997"/>
                  </a:cubicBezTo>
                  <a:close/>
                  <a:moveTo>
                    <a:pt x="1187122" y="1428033"/>
                  </a:moveTo>
                  <a:cubicBezTo>
                    <a:pt x="1208783" y="1428033"/>
                    <a:pt x="1230972" y="1431732"/>
                    <a:pt x="1255275" y="1439128"/>
                  </a:cubicBezTo>
                  <a:cubicBezTo>
                    <a:pt x="1246822" y="1443355"/>
                    <a:pt x="1238369" y="1449695"/>
                    <a:pt x="1227802" y="1456034"/>
                  </a:cubicBezTo>
                  <a:cubicBezTo>
                    <a:pt x="1198217" y="1420109"/>
                    <a:pt x="1158065" y="1451808"/>
                    <a:pt x="1122139" y="1439128"/>
                  </a:cubicBezTo>
                  <a:cubicBezTo>
                    <a:pt x="1144329" y="1431732"/>
                    <a:pt x="1165461" y="1428033"/>
                    <a:pt x="1187122" y="1428033"/>
                  </a:cubicBezTo>
                  <a:close/>
                  <a:moveTo>
                    <a:pt x="1923328" y="1407165"/>
                  </a:moveTo>
                  <a:cubicBezTo>
                    <a:pt x="1932045" y="1407429"/>
                    <a:pt x="1938913" y="1413769"/>
                    <a:pt x="1942084" y="1430675"/>
                  </a:cubicBezTo>
                  <a:cubicBezTo>
                    <a:pt x="1946309" y="1447581"/>
                    <a:pt x="1958990" y="1443355"/>
                    <a:pt x="1967442" y="1447581"/>
                  </a:cubicBezTo>
                  <a:cubicBezTo>
                    <a:pt x="1925177" y="1460260"/>
                    <a:pt x="1895592" y="1487734"/>
                    <a:pt x="1868120" y="1517319"/>
                  </a:cubicBezTo>
                  <a:cubicBezTo>
                    <a:pt x="1770909" y="1620869"/>
                    <a:pt x="1652567" y="1699059"/>
                    <a:pt x="1544791" y="1792043"/>
                  </a:cubicBezTo>
                  <a:cubicBezTo>
                    <a:pt x="1513092" y="1819515"/>
                    <a:pt x="1477166" y="1834308"/>
                    <a:pt x="1441240" y="1851214"/>
                  </a:cubicBezTo>
                  <a:lnTo>
                    <a:pt x="1432787" y="1842761"/>
                  </a:lnTo>
                  <a:cubicBezTo>
                    <a:pt x="1430674" y="1819515"/>
                    <a:pt x="1438584" y="1844824"/>
                    <a:pt x="1475503" y="1819326"/>
                  </a:cubicBezTo>
                  <a:cubicBezTo>
                    <a:pt x="1512422" y="1793828"/>
                    <a:pt x="1581211" y="1749726"/>
                    <a:pt x="1654300" y="1689775"/>
                  </a:cubicBezTo>
                  <a:cubicBezTo>
                    <a:pt x="1727389" y="1629824"/>
                    <a:pt x="1833735" y="1535697"/>
                    <a:pt x="1914039" y="1459620"/>
                  </a:cubicBezTo>
                  <a:cubicBezTo>
                    <a:pt x="1930945" y="1442714"/>
                    <a:pt x="1912498" y="1434902"/>
                    <a:pt x="1893478" y="1420109"/>
                  </a:cubicBezTo>
                  <a:cubicBezTo>
                    <a:pt x="1904044" y="1412712"/>
                    <a:pt x="1914611" y="1406901"/>
                    <a:pt x="1923328" y="1407165"/>
                  </a:cubicBezTo>
                  <a:close/>
                  <a:moveTo>
                    <a:pt x="1238469" y="1382533"/>
                  </a:moveTo>
                  <a:cubicBezTo>
                    <a:pt x="1246889" y="1381675"/>
                    <a:pt x="1254616" y="1381807"/>
                    <a:pt x="1261880" y="1382599"/>
                  </a:cubicBezTo>
                  <a:cubicBezTo>
                    <a:pt x="1276408" y="1384184"/>
                    <a:pt x="1289088" y="1388410"/>
                    <a:pt x="1301768" y="1392637"/>
                  </a:cubicBezTo>
                  <a:cubicBezTo>
                    <a:pt x="1303881" y="1398977"/>
                    <a:pt x="1301768" y="1403204"/>
                    <a:pt x="1301768" y="1409543"/>
                  </a:cubicBezTo>
                  <a:cubicBezTo>
                    <a:pt x="1278521" y="1394750"/>
                    <a:pt x="1251049" y="1390523"/>
                    <a:pt x="1210896" y="1388410"/>
                  </a:cubicBezTo>
                  <a:cubicBezTo>
                    <a:pt x="1220935" y="1385241"/>
                    <a:pt x="1230048" y="1383392"/>
                    <a:pt x="1238469" y="1382533"/>
                  </a:cubicBezTo>
                  <a:close/>
                  <a:moveTo>
                    <a:pt x="657224" y="128910"/>
                  </a:moveTo>
                  <a:cubicBezTo>
                    <a:pt x="672017" y="133136"/>
                    <a:pt x="661450" y="141589"/>
                    <a:pt x="659336" y="147929"/>
                  </a:cubicBezTo>
                  <a:cubicBezTo>
                    <a:pt x="655111" y="164835"/>
                    <a:pt x="684696" y="177514"/>
                    <a:pt x="663563" y="196534"/>
                  </a:cubicBezTo>
                  <a:cubicBezTo>
                    <a:pt x="646657" y="185968"/>
                    <a:pt x="648770" y="164835"/>
                    <a:pt x="636091" y="152155"/>
                  </a:cubicBezTo>
                  <a:cubicBezTo>
                    <a:pt x="629751" y="145815"/>
                    <a:pt x="633978" y="137363"/>
                    <a:pt x="640317" y="133136"/>
                  </a:cubicBezTo>
                  <a:cubicBezTo>
                    <a:pt x="644544" y="131022"/>
                    <a:pt x="652997" y="126797"/>
                    <a:pt x="657224" y="128910"/>
                  </a:cubicBezTo>
                  <a:close/>
                  <a:moveTo>
                    <a:pt x="589599" y="31698"/>
                  </a:moveTo>
                  <a:cubicBezTo>
                    <a:pt x="595938" y="38038"/>
                    <a:pt x="595938" y="38038"/>
                    <a:pt x="598052" y="42264"/>
                  </a:cubicBezTo>
                  <a:cubicBezTo>
                    <a:pt x="560013" y="112003"/>
                    <a:pt x="625525" y="116229"/>
                    <a:pt x="642430" y="224006"/>
                  </a:cubicBezTo>
                  <a:cubicBezTo>
                    <a:pt x="644543" y="240912"/>
                    <a:pt x="661449" y="259930"/>
                    <a:pt x="678356" y="262044"/>
                  </a:cubicBezTo>
                  <a:cubicBezTo>
                    <a:pt x="688923" y="264157"/>
                    <a:pt x="699489" y="266271"/>
                    <a:pt x="710055" y="266271"/>
                  </a:cubicBezTo>
                  <a:cubicBezTo>
                    <a:pt x="731188" y="266271"/>
                    <a:pt x="693148" y="287403"/>
                    <a:pt x="682582" y="283177"/>
                  </a:cubicBezTo>
                  <a:cubicBezTo>
                    <a:pt x="663563" y="276837"/>
                    <a:pt x="648770" y="268384"/>
                    <a:pt x="642430" y="264157"/>
                  </a:cubicBezTo>
                  <a:cubicBezTo>
                    <a:pt x="633977" y="259930"/>
                    <a:pt x="633977" y="316989"/>
                    <a:pt x="629751" y="340235"/>
                  </a:cubicBezTo>
                  <a:cubicBezTo>
                    <a:pt x="623411" y="374047"/>
                    <a:pt x="617071" y="390953"/>
                    <a:pt x="606505" y="420539"/>
                  </a:cubicBezTo>
                  <a:cubicBezTo>
                    <a:pt x="602278" y="412085"/>
                    <a:pt x="608619" y="420539"/>
                    <a:pt x="598052" y="414199"/>
                  </a:cubicBezTo>
                  <a:cubicBezTo>
                    <a:pt x="619185" y="352914"/>
                    <a:pt x="627637" y="300083"/>
                    <a:pt x="627637" y="238798"/>
                  </a:cubicBezTo>
                  <a:cubicBezTo>
                    <a:pt x="627637" y="213439"/>
                    <a:pt x="623411" y="177514"/>
                    <a:pt x="610731" y="158494"/>
                  </a:cubicBezTo>
                  <a:cubicBezTo>
                    <a:pt x="570579" y="103549"/>
                    <a:pt x="568466" y="80304"/>
                    <a:pt x="589599" y="31698"/>
                  </a:cubicBezTo>
                  <a:close/>
                  <a:moveTo>
                    <a:pt x="1177085" y="0"/>
                  </a:moveTo>
                  <a:cubicBezTo>
                    <a:pt x="1177085" y="52831"/>
                    <a:pt x="1187652" y="95097"/>
                    <a:pt x="1177085" y="147928"/>
                  </a:cubicBezTo>
                  <a:cubicBezTo>
                    <a:pt x="1139047" y="204987"/>
                    <a:pt x="1141160" y="270497"/>
                    <a:pt x="1134820" y="333895"/>
                  </a:cubicBezTo>
                  <a:cubicBezTo>
                    <a:pt x="1128480" y="380387"/>
                    <a:pt x="1101008" y="416313"/>
                    <a:pt x="1071422" y="452238"/>
                  </a:cubicBezTo>
                  <a:cubicBezTo>
                    <a:pt x="1060856" y="467031"/>
                    <a:pt x="1039723" y="498730"/>
                    <a:pt x="1039723" y="498730"/>
                  </a:cubicBezTo>
                  <a:cubicBezTo>
                    <a:pt x="1033384" y="513522"/>
                    <a:pt x="1016478" y="551562"/>
                    <a:pt x="1005911" y="576920"/>
                  </a:cubicBezTo>
                  <a:cubicBezTo>
                    <a:pt x="999571" y="591713"/>
                    <a:pt x="982665" y="598053"/>
                    <a:pt x="967872" y="593827"/>
                  </a:cubicBezTo>
                  <a:cubicBezTo>
                    <a:pt x="889682" y="566354"/>
                    <a:pt x="811491" y="532542"/>
                    <a:pt x="750206" y="471257"/>
                  </a:cubicBezTo>
                  <a:cubicBezTo>
                    <a:pt x="807264" y="515636"/>
                    <a:pt x="910815" y="562128"/>
                    <a:pt x="976325" y="585374"/>
                  </a:cubicBezTo>
                  <a:cubicBezTo>
                    <a:pt x="991118" y="589600"/>
                    <a:pt x="1010137" y="532542"/>
                    <a:pt x="1029157" y="500843"/>
                  </a:cubicBezTo>
                  <a:cubicBezTo>
                    <a:pt x="1029157" y="500843"/>
                    <a:pt x="1058743" y="456465"/>
                    <a:pt x="1069309" y="443785"/>
                  </a:cubicBezTo>
                  <a:cubicBezTo>
                    <a:pt x="1179198" y="319103"/>
                    <a:pt x="1094668" y="281064"/>
                    <a:pt x="1168632" y="145815"/>
                  </a:cubicBezTo>
                  <a:cubicBezTo>
                    <a:pt x="1172859" y="90871"/>
                    <a:pt x="1168632" y="57058"/>
                    <a:pt x="1164406" y="12680"/>
                  </a:cubicBezTo>
                  <a:cubicBezTo>
                    <a:pt x="1174972" y="6341"/>
                    <a:pt x="1166519" y="6341"/>
                    <a:pt x="1177085" y="0"/>
                  </a:cubicBezTo>
                  <a:close/>
                </a:path>
              </a:pathLst>
            </a:custGeom>
            <a:solidFill>
              <a:srgbClr val="A4A3A3"/>
            </a:solidFill>
            <a:ln w="2334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6209DF5-CD84-4FE4-93AD-4C0A8CE1156E}"/>
                </a:ext>
              </a:extLst>
            </p:cNvPr>
            <p:cNvSpPr/>
            <p:nvPr/>
          </p:nvSpPr>
          <p:spPr>
            <a:xfrm>
              <a:off x="1801118" y="1230989"/>
              <a:ext cx="1521545" cy="1141159"/>
            </a:xfrm>
            <a:custGeom>
              <a:avLst/>
              <a:gdLst>
                <a:gd name="connsiteX0" fmla="*/ 747153 w 1684367"/>
                <a:gd name="connsiteY0" fmla="*/ 1056101 h 1263275"/>
                <a:gd name="connsiteX1" fmla="*/ 814996 w 1684367"/>
                <a:gd name="connsiteY1" fmla="*/ 971882 h 1263275"/>
                <a:gd name="connsiteX2" fmla="*/ 836051 w 1684367"/>
                <a:gd name="connsiteY2" fmla="*/ 108644 h 1263275"/>
                <a:gd name="connsiteX3" fmla="*/ 901554 w 1684367"/>
                <a:gd name="connsiteY3" fmla="*/ 43141 h 1263275"/>
                <a:gd name="connsiteX4" fmla="*/ 1594016 w 1684367"/>
                <a:gd name="connsiteY4" fmla="*/ 43141 h 1263275"/>
                <a:gd name="connsiteX5" fmla="*/ 1652501 w 1684367"/>
                <a:gd name="connsiteY5" fmla="*/ 54838 h 1263275"/>
                <a:gd name="connsiteX6" fmla="*/ 1652501 w 1684367"/>
                <a:gd name="connsiteY6" fmla="*/ 237311 h 1263275"/>
                <a:gd name="connsiteX7" fmla="*/ 1603374 w 1684367"/>
                <a:gd name="connsiteY7" fmla="*/ 967203 h 1263275"/>
                <a:gd name="connsiteX8" fmla="*/ 1563604 w 1684367"/>
                <a:gd name="connsiteY8" fmla="*/ 1018670 h 1263275"/>
                <a:gd name="connsiteX9" fmla="*/ 1254803 w 1684367"/>
                <a:gd name="connsiteY9" fmla="*/ 1084173 h 1263275"/>
                <a:gd name="connsiteX10" fmla="*/ 1212694 w 1684367"/>
                <a:gd name="connsiteY10" fmla="*/ 1070137 h 1263275"/>
                <a:gd name="connsiteX11" fmla="*/ 1179942 w 1684367"/>
                <a:gd name="connsiteY11" fmla="*/ 1060779 h 1263275"/>
                <a:gd name="connsiteX12" fmla="*/ 1069991 w 1684367"/>
                <a:gd name="connsiteY12" fmla="*/ 1098210 h 1263275"/>
                <a:gd name="connsiteX13" fmla="*/ 992790 w 1684367"/>
                <a:gd name="connsiteY13" fmla="*/ 1128622 h 1263275"/>
                <a:gd name="connsiteX14" fmla="*/ 943663 w 1684367"/>
                <a:gd name="connsiteY14" fmla="*/ 1130961 h 1263275"/>
                <a:gd name="connsiteX15" fmla="*/ 915590 w 1684367"/>
                <a:gd name="connsiteY15" fmla="*/ 1133301 h 1263275"/>
                <a:gd name="connsiteX16" fmla="*/ 880499 w 1684367"/>
                <a:gd name="connsiteY16" fmla="*/ 1130961 h 1263275"/>
                <a:gd name="connsiteX17" fmla="*/ 819675 w 1684367"/>
                <a:gd name="connsiteY17" fmla="*/ 1133301 h 1263275"/>
                <a:gd name="connsiteX18" fmla="*/ 758850 w 1684367"/>
                <a:gd name="connsiteY18" fmla="*/ 1144998 h 1263275"/>
                <a:gd name="connsiteX19" fmla="*/ 681650 w 1684367"/>
                <a:gd name="connsiteY19" fmla="*/ 1156695 h 1263275"/>
                <a:gd name="connsiteX20" fmla="*/ 634862 w 1684367"/>
                <a:gd name="connsiteY20" fmla="*/ 1173071 h 1263275"/>
                <a:gd name="connsiteX21" fmla="*/ 216110 w 1684367"/>
                <a:gd name="connsiteY21" fmla="*/ 1217519 h 1263275"/>
                <a:gd name="connsiteX22" fmla="*/ 106158 w 1684367"/>
                <a:gd name="connsiteY22" fmla="*/ 1229216 h 1263275"/>
                <a:gd name="connsiteX23" fmla="*/ 42994 w 1684367"/>
                <a:gd name="connsiteY23" fmla="*/ 1189446 h 1263275"/>
                <a:gd name="connsiteX24" fmla="*/ 94461 w 1684367"/>
                <a:gd name="connsiteY24" fmla="*/ 1147337 h 1263275"/>
                <a:gd name="connsiteX25" fmla="*/ 283952 w 1684367"/>
                <a:gd name="connsiteY25" fmla="*/ 1116925 h 1263275"/>
                <a:gd name="connsiteX26" fmla="*/ 747153 w 1684367"/>
                <a:gd name="connsiteY26" fmla="*/ 1056101 h 126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84367" h="1263275">
                  <a:moveTo>
                    <a:pt x="747153" y="1056101"/>
                  </a:moveTo>
                  <a:cubicBezTo>
                    <a:pt x="803299" y="1056101"/>
                    <a:pt x="814996" y="1025688"/>
                    <a:pt x="814996" y="971882"/>
                  </a:cubicBezTo>
                  <a:cubicBezTo>
                    <a:pt x="819675" y="684136"/>
                    <a:pt x="829032" y="396390"/>
                    <a:pt x="836051" y="108644"/>
                  </a:cubicBezTo>
                  <a:cubicBezTo>
                    <a:pt x="836051" y="59516"/>
                    <a:pt x="854766" y="43141"/>
                    <a:pt x="901554" y="43141"/>
                  </a:cubicBezTo>
                  <a:cubicBezTo>
                    <a:pt x="1133154" y="45480"/>
                    <a:pt x="1362416" y="43141"/>
                    <a:pt x="1594016" y="43141"/>
                  </a:cubicBezTo>
                  <a:cubicBezTo>
                    <a:pt x="1615071" y="43141"/>
                    <a:pt x="1636125" y="40801"/>
                    <a:pt x="1652501" y="54838"/>
                  </a:cubicBezTo>
                  <a:cubicBezTo>
                    <a:pt x="1652501" y="115662"/>
                    <a:pt x="1652501" y="176486"/>
                    <a:pt x="1652501" y="237311"/>
                  </a:cubicBezTo>
                  <a:cubicBezTo>
                    <a:pt x="1643143" y="279420"/>
                    <a:pt x="1615071" y="735603"/>
                    <a:pt x="1603374" y="967203"/>
                  </a:cubicBezTo>
                  <a:cubicBezTo>
                    <a:pt x="1601034" y="997616"/>
                    <a:pt x="1594016" y="1011652"/>
                    <a:pt x="1563604" y="1018670"/>
                  </a:cubicBezTo>
                  <a:cubicBezTo>
                    <a:pt x="1460670" y="1039725"/>
                    <a:pt x="1362416" y="1077155"/>
                    <a:pt x="1254803" y="1084173"/>
                  </a:cubicBezTo>
                  <a:cubicBezTo>
                    <a:pt x="1236088" y="1091192"/>
                    <a:pt x="1222052" y="1088852"/>
                    <a:pt x="1212694" y="1070137"/>
                  </a:cubicBezTo>
                  <a:cubicBezTo>
                    <a:pt x="1203336" y="1056101"/>
                    <a:pt x="1193979" y="1053761"/>
                    <a:pt x="1179942" y="1060779"/>
                  </a:cubicBezTo>
                  <a:cubicBezTo>
                    <a:pt x="1147191" y="1086513"/>
                    <a:pt x="1119118" y="1114586"/>
                    <a:pt x="1069991" y="1098210"/>
                  </a:cubicBezTo>
                  <a:cubicBezTo>
                    <a:pt x="1044257" y="1088852"/>
                    <a:pt x="1020863" y="1121604"/>
                    <a:pt x="992790" y="1128622"/>
                  </a:cubicBezTo>
                  <a:cubicBezTo>
                    <a:pt x="976415" y="1133301"/>
                    <a:pt x="960039" y="1126283"/>
                    <a:pt x="943663" y="1130961"/>
                  </a:cubicBezTo>
                  <a:cubicBezTo>
                    <a:pt x="934305" y="1133301"/>
                    <a:pt x="924948" y="1133301"/>
                    <a:pt x="915590" y="1133301"/>
                  </a:cubicBezTo>
                  <a:cubicBezTo>
                    <a:pt x="906233" y="1133301"/>
                    <a:pt x="899214" y="1133301"/>
                    <a:pt x="880499" y="1130961"/>
                  </a:cubicBezTo>
                  <a:cubicBezTo>
                    <a:pt x="859445" y="1126283"/>
                    <a:pt x="838390" y="1121604"/>
                    <a:pt x="819675" y="1133301"/>
                  </a:cubicBezTo>
                  <a:cubicBezTo>
                    <a:pt x="800960" y="1140319"/>
                    <a:pt x="782244" y="1152016"/>
                    <a:pt x="758850" y="1144998"/>
                  </a:cubicBezTo>
                  <a:cubicBezTo>
                    <a:pt x="730778" y="1130961"/>
                    <a:pt x="705044" y="1128622"/>
                    <a:pt x="681650" y="1156695"/>
                  </a:cubicBezTo>
                  <a:cubicBezTo>
                    <a:pt x="669953" y="1170731"/>
                    <a:pt x="653578" y="1173071"/>
                    <a:pt x="634862" y="1173071"/>
                  </a:cubicBezTo>
                  <a:cubicBezTo>
                    <a:pt x="489820" y="1187107"/>
                    <a:pt x="368171" y="1203483"/>
                    <a:pt x="216110" y="1217519"/>
                  </a:cubicBezTo>
                  <a:cubicBezTo>
                    <a:pt x="211431" y="1219859"/>
                    <a:pt x="131892" y="1229216"/>
                    <a:pt x="106158" y="1229216"/>
                  </a:cubicBezTo>
                  <a:cubicBezTo>
                    <a:pt x="78085" y="1229216"/>
                    <a:pt x="47673" y="1229216"/>
                    <a:pt x="42994" y="1189446"/>
                  </a:cubicBezTo>
                  <a:cubicBezTo>
                    <a:pt x="50013" y="1161374"/>
                    <a:pt x="68728" y="1152016"/>
                    <a:pt x="94461" y="1147337"/>
                  </a:cubicBezTo>
                  <a:cubicBezTo>
                    <a:pt x="157625" y="1133301"/>
                    <a:pt x="220789" y="1119264"/>
                    <a:pt x="283952" y="1116925"/>
                  </a:cubicBezTo>
                  <a:cubicBezTo>
                    <a:pt x="365831" y="1114586"/>
                    <a:pt x="658256" y="1063119"/>
                    <a:pt x="747153" y="1056101"/>
                  </a:cubicBezTo>
                  <a:close/>
                </a:path>
              </a:pathLst>
            </a:custGeom>
            <a:solidFill>
              <a:schemeClr val="tx1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2" name="Title 21">
            <a:extLst>
              <a:ext uri="{FF2B5EF4-FFF2-40B4-BE49-F238E27FC236}">
                <a16:creationId xmlns:a16="http://schemas.microsoft.com/office/drawing/2014/main" id="{435FC03E-200D-42F6-A4DB-75CB2999F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9401" y="235925"/>
            <a:ext cx="11573197" cy="728144"/>
          </a:xfrm>
          <a:prstGeom prst="rect">
            <a:avLst/>
          </a:prstGeom>
        </p:spPr>
        <p:txBody>
          <a:bodyPr/>
          <a:lstStyle>
            <a:lvl1pPr>
              <a:defRPr lang="en-CA" sz="4400" b="0" kern="120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title</a:t>
            </a:r>
            <a:endParaRPr lang="en-CA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C33CA9A-2F74-48B8-A83A-A14904B07E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9241" y="1235075"/>
            <a:ext cx="11573197" cy="546893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19459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Paus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6EDEB6-0F36-408B-8C93-43FBA4FA6204}"/>
              </a:ext>
            </a:extLst>
          </p:cNvPr>
          <p:cNvSpPr txBox="1"/>
          <p:nvPr/>
        </p:nvSpPr>
        <p:spPr>
          <a:xfrm>
            <a:off x="1078789" y="702164"/>
            <a:ext cx="3344622" cy="1308756"/>
          </a:xfrm>
          <a:prstGeom prst="rect">
            <a:avLst/>
          </a:prstGeom>
          <a:noFill/>
        </p:spPr>
        <p:txBody>
          <a:bodyPr wrap="square" lIns="108000" rIns="108000" rtlCol="0" anchor="ctr">
            <a:spAutoFit/>
          </a:bodyPr>
          <a:lstStyle/>
          <a:p>
            <a:pPr>
              <a:lnSpc>
                <a:spcPts val="4900"/>
              </a:lnSpc>
            </a:pPr>
            <a:r>
              <a:rPr lang="en-US" altLang="ko-KR" sz="4000" b="1" dirty="0">
                <a:solidFill>
                  <a:schemeClr val="bg1"/>
                </a:solidFill>
                <a:cs typeface="Arial" pitchFamily="34" charset="0"/>
              </a:rPr>
              <a:t>Pause</a:t>
            </a:r>
          </a:p>
          <a:p>
            <a:pPr>
              <a:lnSpc>
                <a:spcPts val="4900"/>
              </a:lnSpc>
            </a:pPr>
            <a:r>
              <a:rPr lang="en-US" sz="4000" b="1" dirty="0">
                <a:solidFill>
                  <a:schemeClr val="accent3"/>
                </a:solidFill>
              </a:rPr>
              <a:t>the Video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60DE6D5-3826-4442-82E2-83A1DDAFC0F6}"/>
              </a:ext>
            </a:extLst>
          </p:cNvPr>
          <p:cNvCxnSpPr>
            <a:cxnSpLocks/>
          </p:cNvCxnSpPr>
          <p:nvPr/>
        </p:nvCxnSpPr>
        <p:spPr>
          <a:xfrm flipV="1">
            <a:off x="2814903" y="746191"/>
            <a:ext cx="8620234" cy="1"/>
          </a:xfrm>
          <a:prstGeom prst="line">
            <a:avLst/>
          </a:prstGeom>
          <a:ln w="22225" cap="rnd">
            <a:solidFill>
              <a:schemeClr val="accent1"/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5D033C8-5811-491B-B0F0-4567DC4A23BC}"/>
              </a:ext>
            </a:extLst>
          </p:cNvPr>
          <p:cNvSpPr txBox="1"/>
          <p:nvPr/>
        </p:nvSpPr>
        <p:spPr>
          <a:xfrm>
            <a:off x="4143713" y="790219"/>
            <a:ext cx="7187153" cy="40011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l"/>
            <a:r>
              <a:rPr lang="en-US" altLang="ko-KR" sz="2000" b="1" dirty="0">
                <a:solidFill>
                  <a:schemeClr val="accent3"/>
                </a:solidFill>
                <a:cs typeface="Arial" pitchFamily="34" charset="0"/>
              </a:rPr>
              <a:t>Complete the example as follows:</a:t>
            </a:r>
            <a:endParaRPr lang="ko-KR" altLang="en-US" sz="20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9502EB2-2CF3-40A5-8CB7-79CEAF10B7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43633" y="1356542"/>
            <a:ext cx="7187588" cy="518429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spcAft>
                <a:spcPts val="600"/>
              </a:spcAft>
              <a:buFont typeface="+mj-lt"/>
              <a:buAutoNum type="arabicPeriod"/>
              <a:defRPr lang="en-US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Step 1</a:t>
            </a:r>
          </a:p>
          <a:p>
            <a:pPr lvl="0"/>
            <a:r>
              <a:rPr lang="en-US" dirty="0"/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12257063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Paus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6EDEB6-0F36-408B-8C93-43FBA4FA6204}"/>
              </a:ext>
            </a:extLst>
          </p:cNvPr>
          <p:cNvSpPr txBox="1"/>
          <p:nvPr/>
        </p:nvSpPr>
        <p:spPr>
          <a:xfrm>
            <a:off x="1078789" y="702164"/>
            <a:ext cx="3344622" cy="1308756"/>
          </a:xfrm>
          <a:prstGeom prst="rect">
            <a:avLst/>
          </a:prstGeom>
          <a:noFill/>
        </p:spPr>
        <p:txBody>
          <a:bodyPr wrap="square" lIns="108000" rIns="108000" rtlCol="0" anchor="ctr">
            <a:spAutoFit/>
          </a:bodyPr>
          <a:lstStyle/>
          <a:p>
            <a:pPr>
              <a:lnSpc>
                <a:spcPts val="4900"/>
              </a:lnSpc>
            </a:pPr>
            <a:r>
              <a:rPr lang="en-US" altLang="ko-KR" sz="4000" b="1" dirty="0">
                <a:solidFill>
                  <a:schemeClr val="bg1"/>
                </a:solidFill>
                <a:cs typeface="Arial" pitchFamily="34" charset="0"/>
              </a:rPr>
              <a:t>Pause</a:t>
            </a:r>
          </a:p>
          <a:p>
            <a:pPr>
              <a:lnSpc>
                <a:spcPts val="4900"/>
              </a:lnSpc>
            </a:pPr>
            <a:r>
              <a:rPr lang="en-US" sz="4000" b="1" dirty="0">
                <a:solidFill>
                  <a:schemeClr val="accent3"/>
                </a:solidFill>
              </a:rPr>
              <a:t>the Video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60DE6D5-3826-4442-82E2-83A1DDAFC0F6}"/>
              </a:ext>
            </a:extLst>
          </p:cNvPr>
          <p:cNvCxnSpPr>
            <a:cxnSpLocks/>
          </p:cNvCxnSpPr>
          <p:nvPr/>
        </p:nvCxnSpPr>
        <p:spPr>
          <a:xfrm flipV="1">
            <a:off x="2814903" y="746191"/>
            <a:ext cx="8620234" cy="1"/>
          </a:xfrm>
          <a:prstGeom prst="line">
            <a:avLst/>
          </a:prstGeom>
          <a:ln w="22225" cap="rnd">
            <a:solidFill>
              <a:schemeClr val="accent1"/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5D033C8-5811-491B-B0F0-4567DC4A23BC}"/>
              </a:ext>
            </a:extLst>
          </p:cNvPr>
          <p:cNvSpPr txBox="1"/>
          <p:nvPr/>
        </p:nvSpPr>
        <p:spPr>
          <a:xfrm>
            <a:off x="4217773" y="790219"/>
            <a:ext cx="7113093" cy="40011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l"/>
            <a:r>
              <a:rPr lang="en-US" altLang="ko-KR" sz="2000" b="1" dirty="0">
                <a:solidFill>
                  <a:schemeClr val="accent3"/>
                </a:solidFill>
                <a:cs typeface="Arial" pitchFamily="34" charset="0"/>
              </a:rPr>
              <a:t>Complete the following examples:</a:t>
            </a:r>
            <a:endParaRPr lang="ko-KR" altLang="en-US" sz="20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9502EB2-2CF3-40A5-8CB7-79CEAF10B7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17773" y="1356542"/>
            <a:ext cx="7113447" cy="53325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spcAft>
                <a:spcPts val="600"/>
              </a:spcAft>
              <a:buFont typeface="+mj-lt"/>
              <a:buAutoNum type="arabicPeriod"/>
              <a:defRPr lang="en-US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Question 1</a:t>
            </a:r>
          </a:p>
          <a:p>
            <a:pPr lvl="0"/>
            <a:r>
              <a:rPr lang="en-US" dirty="0"/>
              <a:t>Question 2</a:t>
            </a:r>
          </a:p>
        </p:txBody>
      </p:sp>
    </p:spTree>
    <p:extLst>
      <p:ext uri="{BB962C8B-B14F-4D97-AF65-F5344CB8AC3E}">
        <p14:creationId xmlns:p14="http://schemas.microsoft.com/office/powerpoint/2010/main" val="1182246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Summary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70D9888C-439A-43A1-A37C-D1ECE623D89F}"/>
              </a:ext>
            </a:extLst>
          </p:cNvPr>
          <p:cNvGrpSpPr>
            <a:grpSpLocks noChangeAspect="1"/>
          </p:cNvGrpSpPr>
          <p:nvPr/>
        </p:nvGrpSpPr>
        <p:grpSpPr>
          <a:xfrm>
            <a:off x="323529" y="3870479"/>
            <a:ext cx="6339032" cy="2648012"/>
            <a:chOff x="434509" y="3232290"/>
            <a:chExt cx="7866058" cy="328589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1BF13AF-618C-4B67-8915-1E8195D5ADAF}"/>
                </a:ext>
              </a:extLst>
            </p:cNvPr>
            <p:cNvGrpSpPr/>
            <p:nvPr/>
          </p:nvGrpSpPr>
          <p:grpSpPr>
            <a:xfrm>
              <a:off x="434509" y="3232290"/>
              <a:ext cx="7866058" cy="3285899"/>
              <a:chOff x="434509" y="3232290"/>
              <a:chExt cx="7866058" cy="3285899"/>
            </a:xfrm>
            <a:solidFill>
              <a:schemeClr val="accent2"/>
            </a:solidFill>
          </p:grpSpPr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BBC50C3C-B9F1-42EA-8D44-33D64661FAC0}"/>
                  </a:ext>
                </a:extLst>
              </p:cNvPr>
              <p:cNvSpPr/>
              <p:nvPr/>
            </p:nvSpPr>
            <p:spPr>
              <a:xfrm>
                <a:off x="434509" y="3232290"/>
                <a:ext cx="2986139" cy="3285899"/>
              </a:xfrm>
              <a:custGeom>
                <a:avLst/>
                <a:gdLst>
                  <a:gd name="connsiteX0" fmla="*/ 1711336 w 2986139"/>
                  <a:gd name="connsiteY0" fmla="*/ 2011 h 3285899"/>
                  <a:gd name="connsiteX1" fmla="*/ 2285809 w 2986139"/>
                  <a:gd name="connsiteY1" fmla="*/ 131475 h 3285899"/>
                  <a:gd name="connsiteX2" fmla="*/ 2864184 w 2986139"/>
                  <a:gd name="connsiteY2" fmla="*/ 653376 h 3285899"/>
                  <a:gd name="connsiteX3" fmla="*/ 2977619 w 2986139"/>
                  <a:gd name="connsiteY3" fmla="*/ 1032143 h 3285899"/>
                  <a:gd name="connsiteX4" fmla="*/ 2855421 w 2986139"/>
                  <a:gd name="connsiteY4" fmla="*/ 1795034 h 3285899"/>
                  <a:gd name="connsiteX5" fmla="*/ 2717643 w 2986139"/>
                  <a:gd name="connsiteY5" fmla="*/ 2017523 h 3285899"/>
                  <a:gd name="connsiteX6" fmla="*/ 2575970 w 2986139"/>
                  <a:gd name="connsiteY6" fmla="*/ 2268250 h 3285899"/>
                  <a:gd name="connsiteX7" fmla="*/ 2555036 w 2986139"/>
                  <a:gd name="connsiteY7" fmla="*/ 2384606 h 3285899"/>
                  <a:gd name="connsiteX8" fmla="*/ 2555036 w 2986139"/>
                  <a:gd name="connsiteY8" fmla="*/ 3090536 h 3285899"/>
                  <a:gd name="connsiteX9" fmla="*/ 2581812 w 2986139"/>
                  <a:gd name="connsiteY9" fmla="*/ 3117312 h 3285899"/>
                  <a:gd name="connsiteX10" fmla="*/ 2788723 w 2986139"/>
                  <a:gd name="connsiteY10" fmla="*/ 3116339 h 3285899"/>
                  <a:gd name="connsiteX11" fmla="*/ 2809170 w 2986139"/>
                  <a:gd name="connsiteY11" fmla="*/ 3136300 h 3285899"/>
                  <a:gd name="connsiteX12" fmla="*/ 2809170 w 2986139"/>
                  <a:gd name="connsiteY12" fmla="*/ 3197156 h 3285899"/>
                  <a:gd name="connsiteX13" fmla="*/ 2793104 w 2986139"/>
                  <a:gd name="connsiteY13" fmla="*/ 3214195 h 3285899"/>
                  <a:gd name="connsiteX14" fmla="*/ 2503430 w 2986139"/>
                  <a:gd name="connsiteY14" fmla="*/ 3214195 h 3285899"/>
                  <a:gd name="connsiteX15" fmla="*/ 2487364 w 2986139"/>
                  <a:gd name="connsiteY15" fmla="*/ 3192774 h 3285899"/>
                  <a:gd name="connsiteX16" fmla="*/ 2486390 w 2986139"/>
                  <a:gd name="connsiteY16" fmla="*/ 2411383 h 3285899"/>
                  <a:gd name="connsiteX17" fmla="*/ 2554549 w 2986139"/>
                  <a:gd name="connsiteY17" fmla="*/ 2149459 h 3285899"/>
                  <a:gd name="connsiteX18" fmla="*/ 2677721 w 2986139"/>
                  <a:gd name="connsiteY18" fmla="*/ 1957641 h 3285899"/>
                  <a:gd name="connsiteX19" fmla="*/ 2882197 w 2986139"/>
                  <a:gd name="connsiteY19" fmla="*/ 1492701 h 3285899"/>
                  <a:gd name="connsiteX20" fmla="*/ 2919685 w 2986139"/>
                  <a:gd name="connsiteY20" fmla="*/ 1189882 h 3285899"/>
                  <a:gd name="connsiteX21" fmla="*/ 2430403 w 2986139"/>
                  <a:gd name="connsiteY21" fmla="*/ 283371 h 3285899"/>
                  <a:gd name="connsiteX22" fmla="*/ 1883186 w 2986139"/>
                  <a:gd name="connsiteY22" fmla="*/ 88632 h 3285899"/>
                  <a:gd name="connsiteX23" fmla="*/ 1587669 w 2986139"/>
                  <a:gd name="connsiteY23" fmla="*/ 69645 h 3285899"/>
                  <a:gd name="connsiteX24" fmla="*/ 917280 w 2986139"/>
                  <a:gd name="connsiteY24" fmla="*/ 246858 h 3285899"/>
                  <a:gd name="connsiteX25" fmla="*/ 480577 w 2986139"/>
                  <a:gd name="connsiteY25" fmla="*/ 799917 h 3285899"/>
                  <a:gd name="connsiteX26" fmla="*/ 467919 w 2986139"/>
                  <a:gd name="connsiteY26" fmla="*/ 1060867 h 3285899"/>
                  <a:gd name="connsiteX27" fmla="*/ 442116 w 2986139"/>
                  <a:gd name="connsiteY27" fmla="*/ 1162131 h 3285899"/>
                  <a:gd name="connsiteX28" fmla="*/ 152441 w 2986139"/>
                  <a:gd name="connsiteY28" fmla="*/ 1525320 h 3285899"/>
                  <a:gd name="connsiteX29" fmla="*/ 77954 w 2986139"/>
                  <a:gd name="connsiteY29" fmla="*/ 1652874 h 3285899"/>
                  <a:gd name="connsiteX30" fmla="*/ 105704 w 2986139"/>
                  <a:gd name="connsiteY30" fmla="*/ 1730770 h 3285899"/>
                  <a:gd name="connsiteX31" fmla="*/ 228877 w 2986139"/>
                  <a:gd name="connsiteY31" fmla="*/ 1777994 h 3285899"/>
                  <a:gd name="connsiteX32" fmla="*/ 308233 w 2986139"/>
                  <a:gd name="connsiteY32" fmla="*/ 1906522 h 3285899"/>
                  <a:gd name="connsiteX33" fmla="*/ 248838 w 2986139"/>
                  <a:gd name="connsiteY33" fmla="*/ 2034563 h 3285899"/>
                  <a:gd name="connsiteX34" fmla="*/ 253219 w 2986139"/>
                  <a:gd name="connsiteY34" fmla="*/ 2075458 h 3285899"/>
                  <a:gd name="connsiteX35" fmla="*/ 294601 w 2986139"/>
                  <a:gd name="connsiteY35" fmla="*/ 2109051 h 3285899"/>
                  <a:gd name="connsiteX36" fmla="*/ 304338 w 2986139"/>
                  <a:gd name="connsiteY36" fmla="*/ 2186946 h 3285899"/>
                  <a:gd name="connsiteX37" fmla="*/ 272207 w 2986139"/>
                  <a:gd name="connsiteY37" fmla="*/ 2223460 h 3285899"/>
                  <a:gd name="connsiteX38" fmla="*/ 271719 w 2986139"/>
                  <a:gd name="connsiteY38" fmla="*/ 2255592 h 3285899"/>
                  <a:gd name="connsiteX39" fmla="*/ 315049 w 2986139"/>
                  <a:gd name="connsiteY39" fmla="*/ 2308171 h 3285899"/>
                  <a:gd name="connsiteX40" fmla="*/ 336470 w 2986139"/>
                  <a:gd name="connsiteY40" fmla="*/ 2448383 h 3285899"/>
                  <a:gd name="connsiteX41" fmla="*/ 294114 w 2986139"/>
                  <a:gd name="connsiteY41" fmla="*/ 2577398 h 3285899"/>
                  <a:gd name="connsiteX42" fmla="*/ 354484 w 2986139"/>
                  <a:gd name="connsiteY42" fmla="*/ 2746822 h 3285899"/>
                  <a:gd name="connsiteX43" fmla="*/ 525367 w 2986139"/>
                  <a:gd name="connsiteY43" fmla="*/ 2809138 h 3285899"/>
                  <a:gd name="connsiteX44" fmla="*/ 777554 w 2986139"/>
                  <a:gd name="connsiteY44" fmla="*/ 2805243 h 3285899"/>
                  <a:gd name="connsiteX45" fmla="*/ 905595 w 2986139"/>
                  <a:gd name="connsiteY45" fmla="*/ 2812546 h 3285899"/>
                  <a:gd name="connsiteX46" fmla="*/ 1035097 w 2986139"/>
                  <a:gd name="connsiteY46" fmla="*/ 2932797 h 3285899"/>
                  <a:gd name="connsiteX47" fmla="*/ 1076965 w 2986139"/>
                  <a:gd name="connsiteY47" fmla="*/ 3141655 h 3285899"/>
                  <a:gd name="connsiteX48" fmla="*/ 1161677 w 2986139"/>
                  <a:gd name="connsiteY48" fmla="*/ 3217603 h 3285899"/>
                  <a:gd name="connsiteX49" fmla="*/ 1414049 w 2986139"/>
                  <a:gd name="connsiteY49" fmla="*/ 3216893 h 3285899"/>
                  <a:gd name="connsiteX50" fmla="*/ 1493069 w 2986139"/>
                  <a:gd name="connsiteY50" fmla="*/ 3216522 h 3285899"/>
                  <a:gd name="connsiteX51" fmla="*/ 1493069 w 2986139"/>
                  <a:gd name="connsiteY51" fmla="*/ 3285899 h 3285899"/>
                  <a:gd name="connsiteX52" fmla="*/ 1145611 w 2986139"/>
                  <a:gd name="connsiteY52" fmla="*/ 3284788 h 3285899"/>
                  <a:gd name="connsiteX53" fmla="*/ 1006373 w 2986139"/>
                  <a:gd name="connsiteY53" fmla="*/ 3147010 h 3285899"/>
                  <a:gd name="connsiteX54" fmla="*/ 964991 w 2986139"/>
                  <a:gd name="connsiteY54" fmla="*/ 2943021 h 3285899"/>
                  <a:gd name="connsiteX55" fmla="*/ 872003 w 2986139"/>
                  <a:gd name="connsiteY55" fmla="*/ 2876809 h 3285899"/>
                  <a:gd name="connsiteX56" fmla="*/ 689921 w 2986139"/>
                  <a:gd name="connsiteY56" fmla="*/ 2880217 h 3285899"/>
                  <a:gd name="connsiteX57" fmla="*/ 392458 w 2986139"/>
                  <a:gd name="connsiteY57" fmla="*/ 2848085 h 3285899"/>
                  <a:gd name="connsiteX58" fmla="*/ 260035 w 2986139"/>
                  <a:gd name="connsiteY58" fmla="*/ 2752176 h 3285899"/>
                  <a:gd name="connsiteX59" fmla="*/ 224495 w 2986139"/>
                  <a:gd name="connsiteY59" fmla="*/ 2565227 h 3285899"/>
                  <a:gd name="connsiteX60" fmla="*/ 268312 w 2986139"/>
                  <a:gd name="connsiteY60" fmla="*/ 2428910 h 3285899"/>
                  <a:gd name="connsiteX61" fmla="*/ 255167 w 2986139"/>
                  <a:gd name="connsiteY61" fmla="*/ 2344685 h 3285899"/>
                  <a:gd name="connsiteX62" fmla="*/ 216219 w 2986139"/>
                  <a:gd name="connsiteY62" fmla="*/ 2297947 h 3285899"/>
                  <a:gd name="connsiteX63" fmla="*/ 212324 w 2986139"/>
                  <a:gd name="connsiteY63" fmla="*/ 2184025 h 3285899"/>
                  <a:gd name="connsiteX64" fmla="*/ 235206 w 2986139"/>
                  <a:gd name="connsiteY64" fmla="*/ 2154814 h 3285899"/>
                  <a:gd name="connsiteX65" fmla="*/ 209403 w 2986139"/>
                  <a:gd name="connsiteY65" fmla="*/ 2130958 h 3285899"/>
                  <a:gd name="connsiteX66" fmla="*/ 193824 w 2986139"/>
                  <a:gd name="connsiteY66" fmla="*/ 1991234 h 3285899"/>
                  <a:gd name="connsiteX67" fmla="*/ 243969 w 2986139"/>
                  <a:gd name="connsiteY67" fmla="*/ 1871956 h 3285899"/>
                  <a:gd name="connsiteX68" fmla="*/ 234232 w 2986139"/>
                  <a:gd name="connsiteY68" fmla="*/ 1851021 h 3285899"/>
                  <a:gd name="connsiteX69" fmla="*/ 213297 w 2986139"/>
                  <a:gd name="connsiteY69" fmla="*/ 1845179 h 3285899"/>
                  <a:gd name="connsiteX70" fmla="*/ 65782 w 2986139"/>
                  <a:gd name="connsiteY70" fmla="*/ 1788218 h 3285899"/>
                  <a:gd name="connsiteX71" fmla="*/ 10769 w 2986139"/>
                  <a:gd name="connsiteY71" fmla="*/ 1627071 h 3285899"/>
                  <a:gd name="connsiteX72" fmla="*/ 127126 w 2986139"/>
                  <a:gd name="connsiteY72" fmla="*/ 1440122 h 3285899"/>
                  <a:gd name="connsiteX73" fmla="*/ 389536 w 2986139"/>
                  <a:gd name="connsiteY73" fmla="*/ 1111500 h 3285899"/>
                  <a:gd name="connsiteX74" fmla="*/ 398787 w 2986139"/>
                  <a:gd name="connsiteY74" fmla="*/ 1078394 h 3285899"/>
                  <a:gd name="connsiteX75" fmla="*/ 459643 w 2986139"/>
                  <a:gd name="connsiteY75" fmla="*/ 654836 h 3285899"/>
                  <a:gd name="connsiteX76" fmla="*/ 1142690 w 2986139"/>
                  <a:gd name="connsiteY76" fmla="*/ 68671 h 3285899"/>
                  <a:gd name="connsiteX77" fmla="*/ 1512208 w 2986139"/>
                  <a:gd name="connsiteY77" fmla="*/ 3434 h 3285899"/>
                  <a:gd name="connsiteX78" fmla="*/ 1711336 w 2986139"/>
                  <a:gd name="connsiteY78" fmla="*/ 2011 h 3285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</a:cxnLst>
                <a:rect l="l" t="t" r="r" b="b"/>
                <a:pathLst>
                  <a:path w="2986139" h="3285899">
                    <a:moveTo>
                      <a:pt x="1711336" y="2011"/>
                    </a:moveTo>
                    <a:cubicBezTo>
                      <a:pt x="1908715" y="11345"/>
                      <a:pt x="2100685" y="53335"/>
                      <a:pt x="2285809" y="131475"/>
                    </a:cubicBezTo>
                    <a:cubicBezTo>
                      <a:pt x="2537996" y="238581"/>
                      <a:pt x="2736143" y="408004"/>
                      <a:pt x="2864184" y="653376"/>
                    </a:cubicBezTo>
                    <a:cubicBezTo>
                      <a:pt x="2926014" y="772166"/>
                      <a:pt x="2962528" y="899234"/>
                      <a:pt x="2977619" y="1032143"/>
                    </a:cubicBezTo>
                    <a:cubicBezTo>
                      <a:pt x="3007318" y="1297475"/>
                      <a:pt x="2957659" y="1550636"/>
                      <a:pt x="2855421" y="1795034"/>
                    </a:cubicBezTo>
                    <a:cubicBezTo>
                      <a:pt x="2821828" y="1876337"/>
                      <a:pt x="2767301" y="1945470"/>
                      <a:pt x="2717643" y="2017523"/>
                    </a:cubicBezTo>
                    <a:cubicBezTo>
                      <a:pt x="2662629" y="2096879"/>
                      <a:pt x="2608102" y="2176236"/>
                      <a:pt x="2575970" y="2268250"/>
                    </a:cubicBezTo>
                    <a:cubicBezTo>
                      <a:pt x="2561852" y="2305737"/>
                      <a:pt x="2555036" y="2344198"/>
                      <a:pt x="2555036" y="2384606"/>
                    </a:cubicBezTo>
                    <a:cubicBezTo>
                      <a:pt x="2556009" y="2619754"/>
                      <a:pt x="2556009" y="2855388"/>
                      <a:pt x="2555036" y="3090536"/>
                    </a:cubicBezTo>
                    <a:cubicBezTo>
                      <a:pt x="2555036" y="3112444"/>
                      <a:pt x="2560391" y="3117800"/>
                      <a:pt x="2581812" y="3117312"/>
                    </a:cubicBezTo>
                    <a:cubicBezTo>
                      <a:pt x="2650945" y="3115852"/>
                      <a:pt x="2719590" y="3117312"/>
                      <a:pt x="2788723" y="3116339"/>
                    </a:cubicBezTo>
                    <a:cubicBezTo>
                      <a:pt x="2804302" y="3115852"/>
                      <a:pt x="2810144" y="3119746"/>
                      <a:pt x="2809170" y="3136300"/>
                    </a:cubicBezTo>
                    <a:cubicBezTo>
                      <a:pt x="2807710" y="3156747"/>
                      <a:pt x="2808197" y="3176708"/>
                      <a:pt x="2809170" y="3197156"/>
                    </a:cubicBezTo>
                    <a:cubicBezTo>
                      <a:pt x="2809657" y="3209813"/>
                      <a:pt x="2806250" y="3214195"/>
                      <a:pt x="2793104" y="3214195"/>
                    </a:cubicBezTo>
                    <a:cubicBezTo>
                      <a:pt x="2696709" y="3213708"/>
                      <a:pt x="2599826" y="3213222"/>
                      <a:pt x="2503430" y="3214195"/>
                    </a:cubicBezTo>
                    <a:cubicBezTo>
                      <a:pt x="2484930" y="3214682"/>
                      <a:pt x="2487364" y="3203971"/>
                      <a:pt x="2487364" y="3192774"/>
                    </a:cubicBezTo>
                    <a:cubicBezTo>
                      <a:pt x="2487364" y="3051588"/>
                      <a:pt x="2490772" y="2530661"/>
                      <a:pt x="2486390" y="2411383"/>
                    </a:cubicBezTo>
                    <a:cubicBezTo>
                      <a:pt x="2482982" y="2315961"/>
                      <a:pt x="2511706" y="2231736"/>
                      <a:pt x="2554549" y="2149459"/>
                    </a:cubicBezTo>
                    <a:cubicBezTo>
                      <a:pt x="2589602" y="2081787"/>
                      <a:pt x="2630984" y="2017523"/>
                      <a:pt x="2677721" y="1957641"/>
                    </a:cubicBezTo>
                    <a:cubicBezTo>
                      <a:pt x="2785802" y="1819376"/>
                      <a:pt x="2843250" y="1660664"/>
                      <a:pt x="2882197" y="1492701"/>
                    </a:cubicBezTo>
                    <a:cubicBezTo>
                      <a:pt x="2905566" y="1392897"/>
                      <a:pt x="2920172" y="1292119"/>
                      <a:pt x="2919685" y="1189882"/>
                    </a:cubicBezTo>
                    <a:cubicBezTo>
                      <a:pt x="2917250" y="801378"/>
                      <a:pt x="2759999" y="495150"/>
                      <a:pt x="2430403" y="283371"/>
                    </a:cubicBezTo>
                    <a:cubicBezTo>
                      <a:pt x="2263414" y="176265"/>
                      <a:pt x="2078412" y="117356"/>
                      <a:pt x="1883186" y="88632"/>
                    </a:cubicBezTo>
                    <a:cubicBezTo>
                      <a:pt x="1785329" y="74027"/>
                      <a:pt x="1686499" y="67211"/>
                      <a:pt x="1587669" y="69645"/>
                    </a:cubicBezTo>
                    <a:cubicBezTo>
                      <a:pt x="1350087" y="75487"/>
                      <a:pt x="1122729" y="121251"/>
                      <a:pt x="917280" y="246858"/>
                    </a:cubicBezTo>
                    <a:cubicBezTo>
                      <a:pt x="704041" y="376846"/>
                      <a:pt x="553117" y="557954"/>
                      <a:pt x="480577" y="799917"/>
                    </a:cubicBezTo>
                    <a:cubicBezTo>
                      <a:pt x="454774" y="885602"/>
                      <a:pt x="445524" y="972748"/>
                      <a:pt x="467919" y="1060867"/>
                    </a:cubicBezTo>
                    <a:cubicBezTo>
                      <a:pt x="477656" y="1099815"/>
                      <a:pt x="466458" y="1131947"/>
                      <a:pt x="442116" y="1162131"/>
                    </a:cubicBezTo>
                    <a:cubicBezTo>
                      <a:pt x="345233" y="1282870"/>
                      <a:pt x="248351" y="1403608"/>
                      <a:pt x="152441" y="1525320"/>
                    </a:cubicBezTo>
                    <a:cubicBezTo>
                      <a:pt x="121770" y="1564268"/>
                      <a:pt x="94020" y="1605163"/>
                      <a:pt x="77954" y="1652874"/>
                    </a:cubicBezTo>
                    <a:cubicBezTo>
                      <a:pt x="65296" y="1690848"/>
                      <a:pt x="72112" y="1709835"/>
                      <a:pt x="105704" y="1730770"/>
                    </a:cubicBezTo>
                    <a:cubicBezTo>
                      <a:pt x="143678" y="1754139"/>
                      <a:pt x="182626" y="1772639"/>
                      <a:pt x="228877" y="1777994"/>
                    </a:cubicBezTo>
                    <a:cubicBezTo>
                      <a:pt x="302877" y="1786271"/>
                      <a:pt x="330628" y="1835929"/>
                      <a:pt x="308233" y="1906522"/>
                    </a:cubicBezTo>
                    <a:cubicBezTo>
                      <a:pt x="293628" y="1951799"/>
                      <a:pt x="283404" y="1998049"/>
                      <a:pt x="248838" y="2034563"/>
                    </a:cubicBezTo>
                    <a:cubicBezTo>
                      <a:pt x="236180" y="2047707"/>
                      <a:pt x="240074" y="2063773"/>
                      <a:pt x="253219" y="2075458"/>
                    </a:cubicBezTo>
                    <a:cubicBezTo>
                      <a:pt x="266364" y="2087142"/>
                      <a:pt x="280970" y="2097853"/>
                      <a:pt x="294601" y="2109051"/>
                    </a:cubicBezTo>
                    <a:cubicBezTo>
                      <a:pt x="323812" y="2132906"/>
                      <a:pt x="326733" y="2156761"/>
                      <a:pt x="304338" y="2186946"/>
                    </a:cubicBezTo>
                    <a:cubicBezTo>
                      <a:pt x="294601" y="2200091"/>
                      <a:pt x="283890" y="2212262"/>
                      <a:pt x="272207" y="2223460"/>
                    </a:cubicBezTo>
                    <a:cubicBezTo>
                      <a:pt x="260035" y="2234657"/>
                      <a:pt x="260522" y="2243420"/>
                      <a:pt x="271719" y="2255592"/>
                    </a:cubicBezTo>
                    <a:cubicBezTo>
                      <a:pt x="287299" y="2272144"/>
                      <a:pt x="301417" y="2290158"/>
                      <a:pt x="315049" y="2308171"/>
                    </a:cubicBezTo>
                    <a:cubicBezTo>
                      <a:pt x="347181" y="2351014"/>
                      <a:pt x="353023" y="2397751"/>
                      <a:pt x="336470" y="2448383"/>
                    </a:cubicBezTo>
                    <a:cubicBezTo>
                      <a:pt x="322838" y="2491713"/>
                      <a:pt x="307746" y="2534068"/>
                      <a:pt x="294114" y="2577398"/>
                    </a:cubicBezTo>
                    <a:cubicBezTo>
                      <a:pt x="270746" y="2650425"/>
                      <a:pt x="298496" y="2703492"/>
                      <a:pt x="354484" y="2746822"/>
                    </a:cubicBezTo>
                    <a:cubicBezTo>
                      <a:pt x="404629" y="2785769"/>
                      <a:pt x="463538" y="2801835"/>
                      <a:pt x="525367" y="2809138"/>
                    </a:cubicBezTo>
                    <a:cubicBezTo>
                      <a:pt x="609592" y="2818875"/>
                      <a:pt x="693329" y="2809624"/>
                      <a:pt x="777554" y="2805243"/>
                    </a:cubicBezTo>
                    <a:cubicBezTo>
                      <a:pt x="820397" y="2802809"/>
                      <a:pt x="863240" y="2803783"/>
                      <a:pt x="905595" y="2812546"/>
                    </a:cubicBezTo>
                    <a:cubicBezTo>
                      <a:pt x="973754" y="2826178"/>
                      <a:pt x="1015136" y="2868046"/>
                      <a:pt x="1035097" y="2932797"/>
                    </a:cubicBezTo>
                    <a:cubicBezTo>
                      <a:pt x="1056031" y="3000956"/>
                      <a:pt x="1072097" y="3070088"/>
                      <a:pt x="1076965" y="3141655"/>
                    </a:cubicBezTo>
                    <a:cubicBezTo>
                      <a:pt x="1080374" y="3200076"/>
                      <a:pt x="1101795" y="3217116"/>
                      <a:pt x="1161677" y="3217603"/>
                    </a:cubicBezTo>
                    <a:cubicBezTo>
                      <a:pt x="1191801" y="3217786"/>
                      <a:pt x="1295659" y="3217420"/>
                      <a:pt x="1414049" y="3216893"/>
                    </a:cubicBezTo>
                    <a:lnTo>
                      <a:pt x="1493069" y="3216522"/>
                    </a:lnTo>
                    <a:lnTo>
                      <a:pt x="1493069" y="3285899"/>
                    </a:lnTo>
                    <a:lnTo>
                      <a:pt x="1145611" y="3284788"/>
                    </a:lnTo>
                    <a:cubicBezTo>
                      <a:pt x="1075505" y="3284788"/>
                      <a:pt x="1005886" y="3246814"/>
                      <a:pt x="1006373" y="3147010"/>
                    </a:cubicBezTo>
                    <a:cubicBezTo>
                      <a:pt x="1006860" y="3075930"/>
                      <a:pt x="985438" y="3009232"/>
                      <a:pt x="964991" y="2943021"/>
                    </a:cubicBezTo>
                    <a:cubicBezTo>
                      <a:pt x="951359" y="2899205"/>
                      <a:pt x="915332" y="2881191"/>
                      <a:pt x="872003" y="2876809"/>
                    </a:cubicBezTo>
                    <a:cubicBezTo>
                      <a:pt x="811147" y="2870968"/>
                      <a:pt x="750777" y="2878270"/>
                      <a:pt x="689921" y="2880217"/>
                    </a:cubicBezTo>
                    <a:cubicBezTo>
                      <a:pt x="589144" y="2883625"/>
                      <a:pt x="488853" y="2886060"/>
                      <a:pt x="392458" y="2848085"/>
                    </a:cubicBezTo>
                    <a:cubicBezTo>
                      <a:pt x="339878" y="2827638"/>
                      <a:pt x="296548" y="2794532"/>
                      <a:pt x="260035" y="2752176"/>
                    </a:cubicBezTo>
                    <a:cubicBezTo>
                      <a:pt x="211837" y="2696676"/>
                      <a:pt x="206482" y="2632899"/>
                      <a:pt x="224495" y="2565227"/>
                    </a:cubicBezTo>
                    <a:cubicBezTo>
                      <a:pt x="236666" y="2518976"/>
                      <a:pt x="251758" y="2473700"/>
                      <a:pt x="268312" y="2428910"/>
                    </a:cubicBezTo>
                    <a:cubicBezTo>
                      <a:pt x="280482" y="2397264"/>
                      <a:pt x="275127" y="2370001"/>
                      <a:pt x="255167" y="2344685"/>
                    </a:cubicBezTo>
                    <a:cubicBezTo>
                      <a:pt x="242509" y="2328619"/>
                      <a:pt x="229851" y="2313040"/>
                      <a:pt x="216219" y="2297947"/>
                    </a:cubicBezTo>
                    <a:cubicBezTo>
                      <a:pt x="179219" y="2256566"/>
                      <a:pt x="178245" y="2227354"/>
                      <a:pt x="212324" y="2184025"/>
                    </a:cubicBezTo>
                    <a:cubicBezTo>
                      <a:pt x="220114" y="2174288"/>
                      <a:pt x="237153" y="2166498"/>
                      <a:pt x="235206" y="2154814"/>
                    </a:cubicBezTo>
                    <a:cubicBezTo>
                      <a:pt x="234232" y="2145564"/>
                      <a:pt x="218166" y="2139235"/>
                      <a:pt x="209403" y="2130958"/>
                    </a:cubicBezTo>
                    <a:cubicBezTo>
                      <a:pt x="162665" y="2088603"/>
                      <a:pt x="154876" y="2039918"/>
                      <a:pt x="193824" y="1991234"/>
                    </a:cubicBezTo>
                    <a:cubicBezTo>
                      <a:pt x="222548" y="1955207"/>
                      <a:pt x="228390" y="1911877"/>
                      <a:pt x="243969" y="1871956"/>
                    </a:cubicBezTo>
                    <a:cubicBezTo>
                      <a:pt x="248351" y="1861245"/>
                      <a:pt x="243969" y="1854916"/>
                      <a:pt x="234232" y="1851021"/>
                    </a:cubicBezTo>
                    <a:cubicBezTo>
                      <a:pt x="227416" y="1848587"/>
                      <a:pt x="220114" y="1845666"/>
                      <a:pt x="213297" y="1845179"/>
                    </a:cubicBezTo>
                    <a:cubicBezTo>
                      <a:pt x="157797" y="1842745"/>
                      <a:pt x="111060" y="1816942"/>
                      <a:pt x="65782" y="1788218"/>
                    </a:cubicBezTo>
                    <a:cubicBezTo>
                      <a:pt x="3953" y="1748783"/>
                      <a:pt x="-14061" y="1695717"/>
                      <a:pt x="10769" y="1627071"/>
                    </a:cubicBezTo>
                    <a:cubicBezTo>
                      <a:pt x="36085" y="1556478"/>
                      <a:pt x="81848" y="1498056"/>
                      <a:pt x="127126" y="1440122"/>
                    </a:cubicBezTo>
                    <a:cubicBezTo>
                      <a:pt x="213297" y="1329607"/>
                      <a:pt x="306285" y="1224448"/>
                      <a:pt x="389536" y="1111500"/>
                    </a:cubicBezTo>
                    <a:cubicBezTo>
                      <a:pt x="397326" y="1101275"/>
                      <a:pt x="402194" y="1092025"/>
                      <a:pt x="398787" y="1078394"/>
                    </a:cubicBezTo>
                    <a:cubicBezTo>
                      <a:pt x="360326" y="928932"/>
                      <a:pt x="396839" y="789206"/>
                      <a:pt x="459643" y="654836"/>
                    </a:cubicBezTo>
                    <a:cubicBezTo>
                      <a:pt x="598394" y="356398"/>
                      <a:pt x="832568" y="167988"/>
                      <a:pt x="1142690" y="68671"/>
                    </a:cubicBezTo>
                    <a:cubicBezTo>
                      <a:pt x="1262941" y="30210"/>
                      <a:pt x="1386601" y="10736"/>
                      <a:pt x="1512208" y="3434"/>
                    </a:cubicBezTo>
                    <a:cubicBezTo>
                      <a:pt x="1579150" y="-583"/>
                      <a:pt x="1645544" y="-1100"/>
                      <a:pt x="1711336" y="2011"/>
                    </a:cubicBezTo>
                    <a:close/>
                  </a:path>
                </a:pathLst>
              </a:custGeom>
              <a:grpFill/>
              <a:ln w="754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13BAF87E-FAA6-46DA-A912-FEB4AF13F5E7}"/>
                  </a:ext>
                </a:extLst>
              </p:cNvPr>
              <p:cNvSpPr/>
              <p:nvPr/>
            </p:nvSpPr>
            <p:spPr>
              <a:xfrm>
                <a:off x="1984565" y="5435937"/>
                <a:ext cx="302819" cy="590546"/>
              </a:xfrm>
              <a:custGeom>
                <a:avLst/>
                <a:gdLst>
                  <a:gd name="connsiteX0" fmla="*/ 433812 w 469271"/>
                  <a:gd name="connsiteY0" fmla="*/ 340259 h 915154"/>
                  <a:gd name="connsiteX1" fmla="*/ 428531 w 469271"/>
                  <a:gd name="connsiteY1" fmla="*/ 340259 h 915154"/>
                  <a:gd name="connsiteX2" fmla="*/ 428531 w 469271"/>
                  <a:gd name="connsiteY2" fmla="*/ 20370 h 915154"/>
                  <a:gd name="connsiteX3" fmla="*/ 408160 w 469271"/>
                  <a:gd name="connsiteY3" fmla="*/ 0 h 915154"/>
                  <a:gd name="connsiteX4" fmla="*/ 70164 w 469271"/>
                  <a:gd name="connsiteY4" fmla="*/ 0 h 915154"/>
                  <a:gd name="connsiteX5" fmla="*/ 49794 w 469271"/>
                  <a:gd name="connsiteY5" fmla="*/ 20370 h 915154"/>
                  <a:gd name="connsiteX6" fmla="*/ 49794 w 469271"/>
                  <a:gd name="connsiteY6" fmla="*/ 340259 h 915154"/>
                  <a:gd name="connsiteX7" fmla="*/ 34705 w 469271"/>
                  <a:gd name="connsiteY7" fmla="*/ 340259 h 915154"/>
                  <a:gd name="connsiteX8" fmla="*/ 0 w 469271"/>
                  <a:gd name="connsiteY8" fmla="*/ 374964 h 915154"/>
                  <a:gd name="connsiteX9" fmla="*/ 0 w 469271"/>
                  <a:gd name="connsiteY9" fmla="*/ 880449 h 915154"/>
                  <a:gd name="connsiteX10" fmla="*/ 34705 w 469271"/>
                  <a:gd name="connsiteY10" fmla="*/ 915155 h 915154"/>
                  <a:gd name="connsiteX11" fmla="*/ 434566 w 469271"/>
                  <a:gd name="connsiteY11" fmla="*/ 915155 h 915154"/>
                  <a:gd name="connsiteX12" fmla="*/ 469271 w 469271"/>
                  <a:gd name="connsiteY12" fmla="*/ 880449 h 915154"/>
                  <a:gd name="connsiteX13" fmla="*/ 469271 w 469271"/>
                  <a:gd name="connsiteY13" fmla="*/ 374964 h 915154"/>
                  <a:gd name="connsiteX14" fmla="*/ 433812 w 469271"/>
                  <a:gd name="connsiteY14" fmla="*/ 340259 h 91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69271" h="915154">
                    <a:moveTo>
                      <a:pt x="433812" y="340259"/>
                    </a:moveTo>
                    <a:lnTo>
                      <a:pt x="428531" y="340259"/>
                    </a:lnTo>
                    <a:lnTo>
                      <a:pt x="428531" y="20370"/>
                    </a:lnTo>
                    <a:cubicBezTo>
                      <a:pt x="428531" y="9054"/>
                      <a:pt x="419477" y="0"/>
                      <a:pt x="408160" y="0"/>
                    </a:cubicBezTo>
                    <a:lnTo>
                      <a:pt x="70164" y="0"/>
                    </a:lnTo>
                    <a:cubicBezTo>
                      <a:pt x="58847" y="0"/>
                      <a:pt x="49794" y="9054"/>
                      <a:pt x="49794" y="20370"/>
                    </a:cubicBezTo>
                    <a:lnTo>
                      <a:pt x="49794" y="340259"/>
                    </a:lnTo>
                    <a:lnTo>
                      <a:pt x="34705" y="340259"/>
                    </a:lnTo>
                    <a:cubicBezTo>
                      <a:pt x="15089" y="340259"/>
                      <a:pt x="0" y="356103"/>
                      <a:pt x="0" y="374964"/>
                    </a:cubicBezTo>
                    <a:lnTo>
                      <a:pt x="0" y="880449"/>
                    </a:lnTo>
                    <a:cubicBezTo>
                      <a:pt x="0" y="900065"/>
                      <a:pt x="15843" y="915155"/>
                      <a:pt x="34705" y="915155"/>
                    </a:cubicBezTo>
                    <a:lnTo>
                      <a:pt x="434566" y="915155"/>
                    </a:lnTo>
                    <a:cubicBezTo>
                      <a:pt x="454182" y="915155"/>
                      <a:pt x="469271" y="899311"/>
                      <a:pt x="469271" y="880449"/>
                    </a:cubicBezTo>
                    <a:lnTo>
                      <a:pt x="469271" y="374964"/>
                    </a:lnTo>
                    <a:cubicBezTo>
                      <a:pt x="468517" y="356103"/>
                      <a:pt x="452673" y="340259"/>
                      <a:pt x="433812" y="340259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5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5674A7F8-179C-44DE-97BC-5E5EB6CCCE1E}"/>
                  </a:ext>
                </a:extLst>
              </p:cNvPr>
              <p:cNvSpPr/>
              <p:nvPr/>
            </p:nvSpPr>
            <p:spPr>
              <a:xfrm>
                <a:off x="7430570" y="5852483"/>
                <a:ext cx="869997" cy="445952"/>
              </a:xfrm>
              <a:custGeom>
                <a:avLst/>
                <a:gdLst>
                  <a:gd name="connsiteX0" fmla="*/ 847254 w 1348211"/>
                  <a:gd name="connsiteY0" fmla="*/ 639778 h 691080"/>
                  <a:gd name="connsiteX1" fmla="*/ 847254 w 1348211"/>
                  <a:gd name="connsiteY1" fmla="*/ 632234 h 691080"/>
                  <a:gd name="connsiteX2" fmla="*/ 1318033 w 1348211"/>
                  <a:gd name="connsiteY2" fmla="*/ 632234 h 691080"/>
                  <a:gd name="connsiteX3" fmla="*/ 1348212 w 1348211"/>
                  <a:gd name="connsiteY3" fmla="*/ 602055 h 691080"/>
                  <a:gd name="connsiteX4" fmla="*/ 1348212 w 1348211"/>
                  <a:gd name="connsiteY4" fmla="*/ 104115 h 691080"/>
                  <a:gd name="connsiteX5" fmla="*/ 1318033 w 1348211"/>
                  <a:gd name="connsiteY5" fmla="*/ 73937 h 691080"/>
                  <a:gd name="connsiteX6" fmla="*/ 847254 w 1348211"/>
                  <a:gd name="connsiteY6" fmla="*/ 73937 h 691080"/>
                  <a:gd name="connsiteX7" fmla="*/ 847254 w 1348211"/>
                  <a:gd name="connsiteY7" fmla="*/ 51303 h 691080"/>
                  <a:gd name="connsiteX8" fmla="*/ 795951 w 1348211"/>
                  <a:gd name="connsiteY8" fmla="*/ 0 h 691080"/>
                  <a:gd name="connsiteX9" fmla="*/ 51303 w 1348211"/>
                  <a:gd name="connsiteY9" fmla="*/ 0 h 691080"/>
                  <a:gd name="connsiteX10" fmla="*/ 0 w 1348211"/>
                  <a:gd name="connsiteY10" fmla="*/ 51303 h 691080"/>
                  <a:gd name="connsiteX11" fmla="*/ 0 w 1348211"/>
                  <a:gd name="connsiteY11" fmla="*/ 639778 h 691080"/>
                  <a:gd name="connsiteX12" fmla="*/ 51303 w 1348211"/>
                  <a:gd name="connsiteY12" fmla="*/ 691081 h 691080"/>
                  <a:gd name="connsiteX13" fmla="*/ 795951 w 1348211"/>
                  <a:gd name="connsiteY13" fmla="*/ 691081 h 691080"/>
                  <a:gd name="connsiteX14" fmla="*/ 847254 w 1348211"/>
                  <a:gd name="connsiteY14" fmla="*/ 639778 h 691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48211" h="691080">
                    <a:moveTo>
                      <a:pt x="847254" y="639778"/>
                    </a:moveTo>
                    <a:lnTo>
                      <a:pt x="847254" y="632234"/>
                    </a:lnTo>
                    <a:lnTo>
                      <a:pt x="1318033" y="632234"/>
                    </a:lnTo>
                    <a:cubicBezTo>
                      <a:pt x="1334632" y="632234"/>
                      <a:pt x="1348212" y="618653"/>
                      <a:pt x="1348212" y="602055"/>
                    </a:cubicBezTo>
                    <a:lnTo>
                      <a:pt x="1348212" y="104115"/>
                    </a:lnTo>
                    <a:cubicBezTo>
                      <a:pt x="1348212" y="87517"/>
                      <a:pt x="1334632" y="73937"/>
                      <a:pt x="1318033" y="73937"/>
                    </a:cubicBezTo>
                    <a:lnTo>
                      <a:pt x="847254" y="73937"/>
                    </a:lnTo>
                    <a:lnTo>
                      <a:pt x="847254" y="51303"/>
                    </a:lnTo>
                    <a:cubicBezTo>
                      <a:pt x="847254" y="22634"/>
                      <a:pt x="823865" y="0"/>
                      <a:pt x="795951" y="0"/>
                    </a:cubicBezTo>
                    <a:lnTo>
                      <a:pt x="51303" y="0"/>
                    </a:lnTo>
                    <a:cubicBezTo>
                      <a:pt x="22634" y="0"/>
                      <a:pt x="0" y="23388"/>
                      <a:pt x="0" y="51303"/>
                    </a:cubicBezTo>
                    <a:lnTo>
                      <a:pt x="0" y="639778"/>
                    </a:lnTo>
                    <a:cubicBezTo>
                      <a:pt x="0" y="668447"/>
                      <a:pt x="23388" y="691081"/>
                      <a:pt x="51303" y="691081"/>
                    </a:cubicBezTo>
                    <a:lnTo>
                      <a:pt x="795951" y="691081"/>
                    </a:lnTo>
                    <a:cubicBezTo>
                      <a:pt x="823865" y="691081"/>
                      <a:pt x="847254" y="668447"/>
                      <a:pt x="847254" y="639778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75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9DF0F497-D132-4673-B6B4-20F868983CAA}"/>
                  </a:ext>
                </a:extLst>
              </p:cNvPr>
              <p:cNvSpPr/>
              <p:nvPr/>
            </p:nvSpPr>
            <p:spPr>
              <a:xfrm>
                <a:off x="4912106" y="5693966"/>
                <a:ext cx="485917" cy="753737"/>
              </a:xfrm>
              <a:custGeom>
                <a:avLst/>
                <a:gdLst>
                  <a:gd name="connsiteX0" fmla="*/ 608091 w 753013"/>
                  <a:gd name="connsiteY0" fmla="*/ 906552 h 1168047"/>
                  <a:gd name="connsiteX1" fmla="*/ 607337 w 753013"/>
                  <a:gd name="connsiteY1" fmla="*/ 640984 h 1168047"/>
                  <a:gd name="connsiteX2" fmla="*/ 603564 w 753013"/>
                  <a:gd name="connsiteY2" fmla="*/ 29875 h 1168047"/>
                  <a:gd name="connsiteX3" fmla="*/ 632988 w 753013"/>
                  <a:gd name="connsiteY3" fmla="*/ 451 h 1168047"/>
                  <a:gd name="connsiteX4" fmla="*/ 715978 w 753013"/>
                  <a:gd name="connsiteY4" fmla="*/ 451 h 1168047"/>
                  <a:gd name="connsiteX5" fmla="*/ 752946 w 753013"/>
                  <a:gd name="connsiteY5" fmla="*/ 38174 h 1168047"/>
                  <a:gd name="connsiteX6" fmla="*/ 752192 w 753013"/>
                  <a:gd name="connsiteY6" fmla="*/ 841669 h 1168047"/>
                  <a:gd name="connsiteX7" fmla="*/ 752946 w 753013"/>
                  <a:gd name="connsiteY7" fmla="*/ 1128362 h 1168047"/>
                  <a:gd name="connsiteX8" fmla="*/ 718242 w 753013"/>
                  <a:gd name="connsiteY8" fmla="*/ 1165330 h 1168047"/>
                  <a:gd name="connsiteX9" fmla="*/ 596020 w 753013"/>
                  <a:gd name="connsiteY9" fmla="*/ 1159295 h 1168047"/>
                  <a:gd name="connsiteX10" fmla="*/ 535663 w 753013"/>
                  <a:gd name="connsiteY10" fmla="*/ 1054426 h 1168047"/>
                  <a:gd name="connsiteX11" fmla="*/ 162208 w 753013"/>
                  <a:gd name="connsiteY11" fmla="*/ 278845 h 1168047"/>
                  <a:gd name="connsiteX12" fmla="*/ 139574 w 753013"/>
                  <a:gd name="connsiteY12" fmla="*/ 222261 h 1168047"/>
                  <a:gd name="connsiteX13" fmla="*/ 148628 w 753013"/>
                  <a:gd name="connsiteY13" fmla="*/ 622122 h 1168047"/>
                  <a:gd name="connsiteX14" fmla="*/ 150136 w 753013"/>
                  <a:gd name="connsiteY14" fmla="*/ 1135152 h 1168047"/>
                  <a:gd name="connsiteX15" fmla="*/ 119958 w 753013"/>
                  <a:gd name="connsiteY15" fmla="*/ 1164576 h 1168047"/>
                  <a:gd name="connsiteX16" fmla="*/ 29423 w 753013"/>
                  <a:gd name="connsiteY16" fmla="*/ 1164576 h 1168047"/>
                  <a:gd name="connsiteX17" fmla="*/ 0 w 753013"/>
                  <a:gd name="connsiteY17" fmla="*/ 1134398 h 1168047"/>
                  <a:gd name="connsiteX18" fmla="*/ 0 w 753013"/>
                  <a:gd name="connsiteY18" fmla="*/ 32893 h 1168047"/>
                  <a:gd name="connsiteX19" fmla="*/ 30932 w 753013"/>
                  <a:gd name="connsiteY19" fmla="*/ 451 h 1168047"/>
                  <a:gd name="connsiteX20" fmla="*/ 151645 w 753013"/>
                  <a:gd name="connsiteY20" fmla="*/ 451 h 1168047"/>
                  <a:gd name="connsiteX21" fmla="*/ 184087 w 753013"/>
                  <a:gd name="connsiteY21" fmla="*/ 19313 h 1168047"/>
                  <a:gd name="connsiteX22" fmla="*/ 591493 w 753013"/>
                  <a:gd name="connsiteY22" fmla="*/ 853740 h 1168047"/>
                  <a:gd name="connsiteX23" fmla="*/ 613372 w 753013"/>
                  <a:gd name="connsiteY23" fmla="*/ 908061 h 1168047"/>
                  <a:gd name="connsiteX24" fmla="*/ 608091 w 753013"/>
                  <a:gd name="connsiteY24" fmla="*/ 906552 h 1168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753013" h="1168047">
                    <a:moveTo>
                      <a:pt x="608091" y="906552"/>
                    </a:moveTo>
                    <a:cubicBezTo>
                      <a:pt x="608091" y="818281"/>
                      <a:pt x="610354" y="729255"/>
                      <a:pt x="607337" y="640984"/>
                    </a:cubicBezTo>
                    <a:cubicBezTo>
                      <a:pt x="600546" y="437281"/>
                      <a:pt x="605828" y="233578"/>
                      <a:pt x="603564" y="29875"/>
                    </a:cubicBezTo>
                    <a:cubicBezTo>
                      <a:pt x="603564" y="6487"/>
                      <a:pt x="610354" y="-1058"/>
                      <a:pt x="632988" y="451"/>
                    </a:cubicBezTo>
                    <a:cubicBezTo>
                      <a:pt x="660903" y="1960"/>
                      <a:pt x="688818" y="2714"/>
                      <a:pt x="715978" y="451"/>
                    </a:cubicBezTo>
                    <a:cubicBezTo>
                      <a:pt x="746156" y="-2567"/>
                      <a:pt x="752946" y="9505"/>
                      <a:pt x="752946" y="38174"/>
                    </a:cubicBezTo>
                    <a:cubicBezTo>
                      <a:pt x="752192" y="306006"/>
                      <a:pt x="752192" y="573837"/>
                      <a:pt x="752192" y="841669"/>
                    </a:cubicBezTo>
                    <a:cubicBezTo>
                      <a:pt x="752192" y="937485"/>
                      <a:pt x="751437" y="1032546"/>
                      <a:pt x="752946" y="1128362"/>
                    </a:cubicBezTo>
                    <a:cubicBezTo>
                      <a:pt x="753701" y="1155522"/>
                      <a:pt x="748420" y="1166839"/>
                      <a:pt x="718242" y="1165330"/>
                    </a:cubicBezTo>
                    <a:cubicBezTo>
                      <a:pt x="676747" y="1162313"/>
                      <a:pt x="629216" y="1176647"/>
                      <a:pt x="596020" y="1159295"/>
                    </a:cubicBezTo>
                    <a:cubicBezTo>
                      <a:pt x="562824" y="1142696"/>
                      <a:pt x="553770" y="1091394"/>
                      <a:pt x="535663" y="1054426"/>
                    </a:cubicBezTo>
                    <a:cubicBezTo>
                      <a:pt x="408915" y="797156"/>
                      <a:pt x="267832" y="546677"/>
                      <a:pt x="162208" y="278845"/>
                    </a:cubicBezTo>
                    <a:cubicBezTo>
                      <a:pt x="156172" y="263002"/>
                      <a:pt x="149382" y="247158"/>
                      <a:pt x="139574" y="222261"/>
                    </a:cubicBezTo>
                    <a:cubicBezTo>
                      <a:pt x="142592" y="362590"/>
                      <a:pt x="147119" y="492356"/>
                      <a:pt x="148628" y="622122"/>
                    </a:cubicBezTo>
                    <a:cubicBezTo>
                      <a:pt x="150136" y="793384"/>
                      <a:pt x="148628" y="963891"/>
                      <a:pt x="150136" y="1135152"/>
                    </a:cubicBezTo>
                    <a:cubicBezTo>
                      <a:pt x="150136" y="1158540"/>
                      <a:pt x="143347" y="1166085"/>
                      <a:pt x="119958" y="1164576"/>
                    </a:cubicBezTo>
                    <a:cubicBezTo>
                      <a:pt x="89780" y="1163067"/>
                      <a:pt x="59602" y="1162313"/>
                      <a:pt x="29423" y="1164576"/>
                    </a:cubicBezTo>
                    <a:cubicBezTo>
                      <a:pt x="5281" y="1166085"/>
                      <a:pt x="0" y="1156277"/>
                      <a:pt x="0" y="1134398"/>
                    </a:cubicBezTo>
                    <a:cubicBezTo>
                      <a:pt x="754" y="766978"/>
                      <a:pt x="754" y="400313"/>
                      <a:pt x="0" y="32893"/>
                    </a:cubicBezTo>
                    <a:cubicBezTo>
                      <a:pt x="0" y="9505"/>
                      <a:pt x="5281" y="-1058"/>
                      <a:pt x="30932" y="451"/>
                    </a:cubicBezTo>
                    <a:cubicBezTo>
                      <a:pt x="70919" y="2714"/>
                      <a:pt x="111659" y="1205"/>
                      <a:pt x="151645" y="451"/>
                    </a:cubicBezTo>
                    <a:cubicBezTo>
                      <a:pt x="166734" y="451"/>
                      <a:pt x="176542" y="4224"/>
                      <a:pt x="184087" y="19313"/>
                    </a:cubicBezTo>
                    <a:cubicBezTo>
                      <a:pt x="319889" y="297706"/>
                      <a:pt x="475307" y="565538"/>
                      <a:pt x="591493" y="853740"/>
                    </a:cubicBezTo>
                    <a:cubicBezTo>
                      <a:pt x="599037" y="871847"/>
                      <a:pt x="605828" y="889954"/>
                      <a:pt x="613372" y="908061"/>
                    </a:cubicBezTo>
                    <a:cubicBezTo>
                      <a:pt x="611109" y="908061"/>
                      <a:pt x="609600" y="907307"/>
                      <a:pt x="608091" y="906552"/>
                    </a:cubicBezTo>
                    <a:close/>
                  </a:path>
                </a:pathLst>
              </a:custGeom>
              <a:grpFill/>
              <a:ln w="75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F4B1EF73-60C6-43C7-8E3B-0A5E509059BA}"/>
                  </a:ext>
                </a:extLst>
              </p:cNvPr>
              <p:cNvSpPr/>
              <p:nvPr/>
            </p:nvSpPr>
            <p:spPr>
              <a:xfrm>
                <a:off x="5779633" y="5691659"/>
                <a:ext cx="487684" cy="756747"/>
              </a:xfrm>
              <a:custGeom>
                <a:avLst/>
                <a:gdLst>
                  <a:gd name="connsiteX0" fmla="*/ 613427 w 755751"/>
                  <a:gd name="connsiteY0" fmla="*/ 916163 h 1172711"/>
                  <a:gd name="connsiteX1" fmla="*/ 603619 w 755751"/>
                  <a:gd name="connsiteY1" fmla="*/ 34205 h 1172711"/>
                  <a:gd name="connsiteX2" fmla="*/ 633798 w 755751"/>
                  <a:gd name="connsiteY2" fmla="*/ 4781 h 1172711"/>
                  <a:gd name="connsiteX3" fmla="*/ 745457 w 755751"/>
                  <a:gd name="connsiteY3" fmla="*/ 13080 h 1172711"/>
                  <a:gd name="connsiteX4" fmla="*/ 751493 w 755751"/>
                  <a:gd name="connsiteY4" fmla="*/ 118704 h 1172711"/>
                  <a:gd name="connsiteX5" fmla="*/ 752247 w 755751"/>
                  <a:gd name="connsiteY5" fmla="*/ 1128919 h 1172711"/>
                  <a:gd name="connsiteX6" fmla="*/ 713770 w 755751"/>
                  <a:gd name="connsiteY6" fmla="*/ 1169660 h 1172711"/>
                  <a:gd name="connsiteX7" fmla="*/ 534209 w 755751"/>
                  <a:gd name="connsiteY7" fmla="*/ 1061773 h 1172711"/>
                  <a:gd name="connsiteX8" fmla="*/ 182633 w 755751"/>
                  <a:gd name="connsiteY8" fmla="*/ 334478 h 1172711"/>
                  <a:gd name="connsiteX9" fmla="*/ 138120 w 755751"/>
                  <a:gd name="connsiteY9" fmla="*/ 237908 h 1172711"/>
                  <a:gd name="connsiteX10" fmla="*/ 139629 w 755751"/>
                  <a:gd name="connsiteY10" fmla="*/ 278648 h 1172711"/>
                  <a:gd name="connsiteX11" fmla="*/ 148682 w 755751"/>
                  <a:gd name="connsiteY11" fmla="*/ 1137973 h 1172711"/>
                  <a:gd name="connsiteX12" fmla="*/ 116241 w 755751"/>
                  <a:gd name="connsiteY12" fmla="*/ 1168906 h 1172711"/>
                  <a:gd name="connsiteX13" fmla="*/ 33251 w 755751"/>
                  <a:gd name="connsiteY13" fmla="*/ 1168906 h 1172711"/>
                  <a:gd name="connsiteX14" fmla="*/ 55 w 755751"/>
                  <a:gd name="connsiteY14" fmla="*/ 1134955 h 1172711"/>
                  <a:gd name="connsiteX15" fmla="*/ 809 w 755751"/>
                  <a:gd name="connsiteY15" fmla="*/ 633242 h 1172711"/>
                  <a:gd name="connsiteX16" fmla="*/ 55 w 755751"/>
                  <a:gd name="connsiteY16" fmla="*/ 44767 h 1172711"/>
                  <a:gd name="connsiteX17" fmla="*/ 42304 w 755751"/>
                  <a:gd name="connsiteY17" fmla="*/ 4781 h 1172711"/>
                  <a:gd name="connsiteX18" fmla="*/ 49849 w 755751"/>
                  <a:gd name="connsiteY18" fmla="*/ 4781 h 1172711"/>
                  <a:gd name="connsiteX19" fmla="*/ 171316 w 755751"/>
                  <a:gd name="connsiteY19" fmla="*/ 10817 h 1172711"/>
                  <a:gd name="connsiteX20" fmla="*/ 229410 w 755751"/>
                  <a:gd name="connsiteY20" fmla="*/ 113423 h 1172711"/>
                  <a:gd name="connsiteX21" fmla="*/ 580232 w 755751"/>
                  <a:gd name="connsiteY21" fmla="*/ 832419 h 1172711"/>
                  <a:gd name="connsiteX22" fmla="*/ 613427 w 755751"/>
                  <a:gd name="connsiteY22" fmla="*/ 916163 h 1172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55751" h="1172711">
                    <a:moveTo>
                      <a:pt x="613427" y="916163"/>
                    </a:moveTo>
                    <a:cubicBezTo>
                      <a:pt x="598338" y="621925"/>
                      <a:pt x="605128" y="327688"/>
                      <a:pt x="603619" y="34205"/>
                    </a:cubicBezTo>
                    <a:cubicBezTo>
                      <a:pt x="603619" y="10817"/>
                      <a:pt x="610410" y="2518"/>
                      <a:pt x="633798" y="4781"/>
                    </a:cubicBezTo>
                    <a:cubicBezTo>
                      <a:pt x="672275" y="8553"/>
                      <a:pt x="722069" y="-11063"/>
                      <a:pt x="745457" y="13080"/>
                    </a:cubicBezTo>
                    <a:cubicBezTo>
                      <a:pt x="764318" y="32696"/>
                      <a:pt x="751493" y="82490"/>
                      <a:pt x="751493" y="118704"/>
                    </a:cubicBezTo>
                    <a:cubicBezTo>
                      <a:pt x="751493" y="455191"/>
                      <a:pt x="751493" y="792433"/>
                      <a:pt x="752247" y="1128919"/>
                    </a:cubicBezTo>
                    <a:cubicBezTo>
                      <a:pt x="752247" y="1159852"/>
                      <a:pt x="743948" y="1165133"/>
                      <a:pt x="713770" y="1169660"/>
                    </a:cubicBezTo>
                    <a:cubicBezTo>
                      <a:pt x="620971" y="1183995"/>
                      <a:pt x="573441" y="1147781"/>
                      <a:pt x="534209" y="1061773"/>
                    </a:cubicBezTo>
                    <a:cubicBezTo>
                      <a:pt x="421796" y="817329"/>
                      <a:pt x="286748" y="583448"/>
                      <a:pt x="182633" y="334478"/>
                    </a:cubicBezTo>
                    <a:cubicBezTo>
                      <a:pt x="169053" y="302037"/>
                      <a:pt x="156981" y="269595"/>
                      <a:pt x="138120" y="237908"/>
                    </a:cubicBezTo>
                    <a:cubicBezTo>
                      <a:pt x="138875" y="251488"/>
                      <a:pt x="139629" y="265068"/>
                      <a:pt x="139629" y="278648"/>
                    </a:cubicBezTo>
                    <a:cubicBezTo>
                      <a:pt x="150946" y="565341"/>
                      <a:pt x="147174" y="851280"/>
                      <a:pt x="148682" y="1137973"/>
                    </a:cubicBezTo>
                    <a:cubicBezTo>
                      <a:pt x="148682" y="1163625"/>
                      <a:pt x="140384" y="1170415"/>
                      <a:pt x="116241" y="1168906"/>
                    </a:cubicBezTo>
                    <a:cubicBezTo>
                      <a:pt x="89080" y="1167397"/>
                      <a:pt x="61166" y="1166642"/>
                      <a:pt x="33251" y="1168906"/>
                    </a:cubicBezTo>
                    <a:cubicBezTo>
                      <a:pt x="6090" y="1171169"/>
                      <a:pt x="-699" y="1160607"/>
                      <a:pt x="55" y="1134955"/>
                    </a:cubicBezTo>
                    <a:cubicBezTo>
                      <a:pt x="809" y="967466"/>
                      <a:pt x="809" y="800731"/>
                      <a:pt x="809" y="633242"/>
                    </a:cubicBezTo>
                    <a:cubicBezTo>
                      <a:pt x="809" y="437084"/>
                      <a:pt x="1564" y="240925"/>
                      <a:pt x="55" y="44767"/>
                    </a:cubicBezTo>
                    <a:cubicBezTo>
                      <a:pt x="55" y="10062"/>
                      <a:pt x="10618" y="-500"/>
                      <a:pt x="42304" y="4781"/>
                    </a:cubicBezTo>
                    <a:cubicBezTo>
                      <a:pt x="44568" y="5535"/>
                      <a:pt x="47585" y="4781"/>
                      <a:pt x="49849" y="4781"/>
                    </a:cubicBezTo>
                    <a:cubicBezTo>
                      <a:pt x="91344" y="6290"/>
                      <a:pt x="140384" y="-10308"/>
                      <a:pt x="171316" y="10817"/>
                    </a:cubicBezTo>
                    <a:cubicBezTo>
                      <a:pt x="200740" y="31187"/>
                      <a:pt x="212057" y="77963"/>
                      <a:pt x="229410" y="113423"/>
                    </a:cubicBezTo>
                    <a:cubicBezTo>
                      <a:pt x="347105" y="353339"/>
                      <a:pt x="480643" y="584957"/>
                      <a:pt x="580232" y="832419"/>
                    </a:cubicBezTo>
                    <a:cubicBezTo>
                      <a:pt x="591548" y="861088"/>
                      <a:pt x="602865" y="888248"/>
                      <a:pt x="613427" y="916163"/>
                    </a:cubicBezTo>
                    <a:close/>
                  </a:path>
                </a:pathLst>
              </a:custGeom>
              <a:grpFill/>
              <a:ln w="75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27786224-3A66-40F4-A1F7-A2B1BD2EA5E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84069" y="5689434"/>
                <a:ext cx="434768" cy="758447"/>
              </a:xfrm>
              <a:custGeom>
                <a:avLst/>
                <a:gdLst>
                  <a:gd name="connsiteX0" fmla="*/ 176411 w 434768"/>
                  <a:gd name="connsiteY0" fmla="*/ 88440 h 758447"/>
                  <a:gd name="connsiteX1" fmla="*/ 122005 w 434768"/>
                  <a:gd name="connsiteY1" fmla="*/ 91970 h 758447"/>
                  <a:gd name="connsiteX2" fmla="*/ 104966 w 434768"/>
                  <a:gd name="connsiteY2" fmla="*/ 112417 h 758447"/>
                  <a:gd name="connsiteX3" fmla="*/ 105453 w 434768"/>
                  <a:gd name="connsiteY3" fmla="*/ 221471 h 758447"/>
                  <a:gd name="connsiteX4" fmla="*/ 104479 w 434768"/>
                  <a:gd name="connsiteY4" fmla="*/ 333933 h 758447"/>
                  <a:gd name="connsiteX5" fmla="*/ 123953 w 434768"/>
                  <a:gd name="connsiteY5" fmla="*/ 352920 h 758447"/>
                  <a:gd name="connsiteX6" fmla="*/ 179941 w 434768"/>
                  <a:gd name="connsiteY6" fmla="*/ 352434 h 758447"/>
                  <a:gd name="connsiteX7" fmla="*/ 312363 w 434768"/>
                  <a:gd name="connsiteY7" fmla="*/ 226340 h 758447"/>
                  <a:gd name="connsiteX8" fmla="*/ 230086 w 434768"/>
                  <a:gd name="connsiteY8" fmla="*/ 95865 h 758447"/>
                  <a:gd name="connsiteX9" fmla="*/ 176411 w 434768"/>
                  <a:gd name="connsiteY9" fmla="*/ 88440 h 758447"/>
                  <a:gd name="connsiteX10" fmla="*/ 149757 w 434768"/>
                  <a:gd name="connsiteY10" fmla="*/ 137 h 758447"/>
                  <a:gd name="connsiteX11" fmla="*/ 262218 w 434768"/>
                  <a:gd name="connsiteY11" fmla="*/ 9692 h 758447"/>
                  <a:gd name="connsiteX12" fmla="*/ 412167 w 434768"/>
                  <a:gd name="connsiteY12" fmla="*/ 233155 h 758447"/>
                  <a:gd name="connsiteX13" fmla="*/ 295811 w 434768"/>
                  <a:gd name="connsiteY13" fmla="*/ 398196 h 758447"/>
                  <a:gd name="connsiteX14" fmla="*/ 385878 w 434768"/>
                  <a:gd name="connsiteY14" fmla="*/ 540843 h 758447"/>
                  <a:gd name="connsiteX15" fmla="*/ 433102 w 434768"/>
                  <a:gd name="connsiteY15" fmla="*/ 741424 h 758447"/>
                  <a:gd name="connsiteX16" fmla="*/ 421418 w 434768"/>
                  <a:gd name="connsiteY16" fmla="*/ 756029 h 758447"/>
                  <a:gd name="connsiteX17" fmla="*/ 358128 w 434768"/>
                  <a:gd name="connsiteY17" fmla="*/ 756516 h 758447"/>
                  <a:gd name="connsiteX18" fmla="*/ 322101 w 434768"/>
                  <a:gd name="connsiteY18" fmla="*/ 728766 h 758447"/>
                  <a:gd name="connsiteX19" fmla="*/ 283153 w 434768"/>
                  <a:gd name="connsiteY19" fmla="*/ 548632 h 758447"/>
                  <a:gd name="connsiteX20" fmla="*/ 262706 w 434768"/>
                  <a:gd name="connsiteY20" fmla="*/ 491671 h 758447"/>
                  <a:gd name="connsiteX21" fmla="*/ 178481 w 434768"/>
                  <a:gd name="connsiteY21" fmla="*/ 439578 h 758447"/>
                  <a:gd name="connsiteX22" fmla="*/ 109835 w 434768"/>
                  <a:gd name="connsiteY22" fmla="*/ 442986 h 758447"/>
                  <a:gd name="connsiteX23" fmla="*/ 104967 w 434768"/>
                  <a:gd name="connsiteY23" fmla="*/ 510171 h 758447"/>
                  <a:gd name="connsiteX24" fmla="*/ 104967 w 434768"/>
                  <a:gd name="connsiteY24" fmla="*/ 731687 h 758447"/>
                  <a:gd name="connsiteX25" fmla="*/ 81598 w 434768"/>
                  <a:gd name="connsiteY25" fmla="*/ 756516 h 758447"/>
                  <a:gd name="connsiteX26" fmla="*/ 9058 w 434768"/>
                  <a:gd name="connsiteY26" fmla="*/ 752135 h 758447"/>
                  <a:gd name="connsiteX27" fmla="*/ 3702 w 434768"/>
                  <a:gd name="connsiteY27" fmla="*/ 677647 h 758447"/>
                  <a:gd name="connsiteX28" fmla="*/ 3216 w 434768"/>
                  <a:gd name="connsiteY28" fmla="*/ 50100 h 758447"/>
                  <a:gd name="connsiteX29" fmla="*/ 37295 w 434768"/>
                  <a:gd name="connsiteY29" fmla="*/ 10666 h 758447"/>
                  <a:gd name="connsiteX30" fmla="*/ 149757 w 434768"/>
                  <a:gd name="connsiteY30" fmla="*/ 137 h 758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34768" h="758447">
                    <a:moveTo>
                      <a:pt x="176411" y="88440"/>
                    </a:moveTo>
                    <a:cubicBezTo>
                      <a:pt x="158397" y="88196"/>
                      <a:pt x="140262" y="89779"/>
                      <a:pt x="122005" y="91970"/>
                    </a:cubicBezTo>
                    <a:cubicBezTo>
                      <a:pt x="108374" y="93431"/>
                      <a:pt x="104479" y="99272"/>
                      <a:pt x="104966" y="112417"/>
                    </a:cubicBezTo>
                    <a:cubicBezTo>
                      <a:pt x="105940" y="148444"/>
                      <a:pt x="105453" y="184958"/>
                      <a:pt x="105453" y="221471"/>
                    </a:cubicBezTo>
                    <a:cubicBezTo>
                      <a:pt x="105453" y="258959"/>
                      <a:pt x="105940" y="295959"/>
                      <a:pt x="104479" y="333933"/>
                    </a:cubicBezTo>
                    <a:cubicBezTo>
                      <a:pt x="104479" y="348539"/>
                      <a:pt x="108861" y="353894"/>
                      <a:pt x="123953" y="352920"/>
                    </a:cubicBezTo>
                    <a:cubicBezTo>
                      <a:pt x="142453" y="351460"/>
                      <a:pt x="161440" y="352920"/>
                      <a:pt x="179941" y="352434"/>
                    </a:cubicBezTo>
                    <a:cubicBezTo>
                      <a:pt x="256376" y="351460"/>
                      <a:pt x="307981" y="302288"/>
                      <a:pt x="312363" y="226340"/>
                    </a:cubicBezTo>
                    <a:cubicBezTo>
                      <a:pt x="316258" y="161589"/>
                      <a:pt x="285100" y="111443"/>
                      <a:pt x="230086" y="95865"/>
                    </a:cubicBezTo>
                    <a:cubicBezTo>
                      <a:pt x="212316" y="90753"/>
                      <a:pt x="194424" y="88683"/>
                      <a:pt x="176411" y="88440"/>
                    </a:cubicBezTo>
                    <a:close/>
                    <a:moveTo>
                      <a:pt x="149757" y="137"/>
                    </a:moveTo>
                    <a:cubicBezTo>
                      <a:pt x="187244" y="-654"/>
                      <a:pt x="224731" y="1902"/>
                      <a:pt x="262218" y="9692"/>
                    </a:cubicBezTo>
                    <a:cubicBezTo>
                      <a:pt x="381983" y="34521"/>
                      <a:pt x="423852" y="131891"/>
                      <a:pt x="412167" y="233155"/>
                    </a:cubicBezTo>
                    <a:cubicBezTo>
                      <a:pt x="403891" y="312024"/>
                      <a:pt x="377115" y="346590"/>
                      <a:pt x="295811" y="398196"/>
                    </a:cubicBezTo>
                    <a:cubicBezTo>
                      <a:pt x="354233" y="427894"/>
                      <a:pt x="372733" y="482908"/>
                      <a:pt x="385878" y="540843"/>
                    </a:cubicBezTo>
                    <a:cubicBezTo>
                      <a:pt x="400970" y="608027"/>
                      <a:pt x="412167" y="675700"/>
                      <a:pt x="433102" y="741424"/>
                    </a:cubicBezTo>
                    <a:cubicBezTo>
                      <a:pt x="437484" y="754569"/>
                      <a:pt x="433102" y="756516"/>
                      <a:pt x="421418" y="756029"/>
                    </a:cubicBezTo>
                    <a:cubicBezTo>
                      <a:pt x="400483" y="755543"/>
                      <a:pt x="379062" y="754082"/>
                      <a:pt x="358128" y="756516"/>
                    </a:cubicBezTo>
                    <a:cubicBezTo>
                      <a:pt x="335245" y="758951"/>
                      <a:pt x="327456" y="748726"/>
                      <a:pt x="322101" y="728766"/>
                    </a:cubicBezTo>
                    <a:cubicBezTo>
                      <a:pt x="306522" y="669370"/>
                      <a:pt x="296298" y="608514"/>
                      <a:pt x="283153" y="548632"/>
                    </a:cubicBezTo>
                    <a:cubicBezTo>
                      <a:pt x="278772" y="528671"/>
                      <a:pt x="272443" y="509685"/>
                      <a:pt x="262706" y="491671"/>
                    </a:cubicBezTo>
                    <a:cubicBezTo>
                      <a:pt x="244692" y="458078"/>
                      <a:pt x="216942" y="440065"/>
                      <a:pt x="178481" y="439578"/>
                    </a:cubicBezTo>
                    <a:cubicBezTo>
                      <a:pt x="155112" y="439092"/>
                      <a:pt x="124928" y="431789"/>
                      <a:pt x="109835" y="442986"/>
                    </a:cubicBezTo>
                    <a:cubicBezTo>
                      <a:pt x="94256" y="455158"/>
                      <a:pt x="104967" y="486802"/>
                      <a:pt x="104967" y="510171"/>
                    </a:cubicBezTo>
                    <a:cubicBezTo>
                      <a:pt x="104480" y="584172"/>
                      <a:pt x="103993" y="657686"/>
                      <a:pt x="104967" y="731687"/>
                    </a:cubicBezTo>
                    <a:cubicBezTo>
                      <a:pt x="104967" y="749214"/>
                      <a:pt x="102533" y="758463"/>
                      <a:pt x="81598" y="756516"/>
                    </a:cubicBezTo>
                    <a:cubicBezTo>
                      <a:pt x="56769" y="754082"/>
                      <a:pt x="23176" y="764792"/>
                      <a:pt x="9058" y="752135"/>
                    </a:cubicBezTo>
                    <a:cubicBezTo>
                      <a:pt x="-7495" y="737529"/>
                      <a:pt x="3702" y="703450"/>
                      <a:pt x="3702" y="677647"/>
                    </a:cubicBezTo>
                    <a:cubicBezTo>
                      <a:pt x="3216" y="468302"/>
                      <a:pt x="3216" y="259445"/>
                      <a:pt x="3216" y="50100"/>
                    </a:cubicBezTo>
                    <a:cubicBezTo>
                      <a:pt x="3216" y="16021"/>
                      <a:pt x="3216" y="15534"/>
                      <a:pt x="37295" y="10666"/>
                    </a:cubicBezTo>
                    <a:cubicBezTo>
                      <a:pt x="74783" y="5067"/>
                      <a:pt x="112270" y="929"/>
                      <a:pt x="149757" y="137"/>
                    </a:cubicBezTo>
                    <a:close/>
                  </a:path>
                </a:pathLst>
              </a:custGeom>
              <a:grpFill/>
              <a:ln w="754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E112A00E-B5BC-42E8-9CA4-8823092E9A59}"/>
                  </a:ext>
                </a:extLst>
              </p:cNvPr>
              <p:cNvSpPr/>
              <p:nvPr/>
            </p:nvSpPr>
            <p:spPr>
              <a:xfrm>
                <a:off x="3756816" y="5694161"/>
                <a:ext cx="535240" cy="751342"/>
              </a:xfrm>
              <a:custGeom>
                <a:avLst/>
                <a:gdLst>
                  <a:gd name="connsiteX0" fmla="*/ 265333 w 535240"/>
                  <a:gd name="connsiteY0" fmla="*/ 104768 h 751342"/>
                  <a:gd name="connsiteX1" fmla="*/ 183055 w 535240"/>
                  <a:gd name="connsiteY1" fmla="*/ 429009 h 751342"/>
                  <a:gd name="connsiteX2" fmla="*/ 195713 w 535240"/>
                  <a:gd name="connsiteY2" fmla="*/ 444102 h 751342"/>
                  <a:gd name="connsiteX3" fmla="*/ 331544 w 535240"/>
                  <a:gd name="connsiteY3" fmla="*/ 444102 h 751342"/>
                  <a:gd name="connsiteX4" fmla="*/ 347610 w 535240"/>
                  <a:gd name="connsiteY4" fmla="*/ 424141 h 751342"/>
                  <a:gd name="connsiteX5" fmla="*/ 265333 w 535240"/>
                  <a:gd name="connsiteY5" fmla="*/ 104768 h 751342"/>
                  <a:gd name="connsiteX6" fmla="*/ 227845 w 535240"/>
                  <a:gd name="connsiteY6" fmla="*/ 97 h 751342"/>
                  <a:gd name="connsiteX7" fmla="*/ 313043 w 535240"/>
                  <a:gd name="connsiteY7" fmla="*/ 97 h 751342"/>
                  <a:gd name="connsiteX8" fmla="*/ 336899 w 535240"/>
                  <a:gd name="connsiteY8" fmla="*/ 17137 h 751342"/>
                  <a:gd name="connsiteX9" fmla="*/ 533585 w 535240"/>
                  <a:gd name="connsiteY9" fmla="*/ 732803 h 751342"/>
                  <a:gd name="connsiteX10" fmla="*/ 520440 w 535240"/>
                  <a:gd name="connsiteY10" fmla="*/ 750816 h 751342"/>
                  <a:gd name="connsiteX11" fmla="*/ 488795 w 535240"/>
                  <a:gd name="connsiteY11" fmla="*/ 750816 h 751342"/>
                  <a:gd name="connsiteX12" fmla="*/ 414307 w 535240"/>
                  <a:gd name="connsiteY12" fmla="*/ 692882 h 751342"/>
                  <a:gd name="connsiteX13" fmla="*/ 375360 w 535240"/>
                  <a:gd name="connsiteY13" fmla="*/ 550235 h 751342"/>
                  <a:gd name="connsiteX14" fmla="*/ 348583 w 535240"/>
                  <a:gd name="connsiteY14" fmla="*/ 530274 h 751342"/>
                  <a:gd name="connsiteX15" fmla="*/ 183055 w 535240"/>
                  <a:gd name="connsiteY15" fmla="*/ 530274 h 751342"/>
                  <a:gd name="connsiteX16" fmla="*/ 157252 w 535240"/>
                  <a:gd name="connsiteY16" fmla="*/ 550722 h 751342"/>
                  <a:gd name="connsiteX17" fmla="*/ 109541 w 535240"/>
                  <a:gd name="connsiteY17" fmla="*/ 733777 h 751342"/>
                  <a:gd name="connsiteX18" fmla="*/ 86659 w 535240"/>
                  <a:gd name="connsiteY18" fmla="*/ 751303 h 751342"/>
                  <a:gd name="connsiteX19" fmla="*/ 0 w 535240"/>
                  <a:gd name="connsiteY19" fmla="*/ 751303 h 751342"/>
                  <a:gd name="connsiteX20" fmla="*/ 65238 w 535240"/>
                  <a:gd name="connsiteY20" fmla="*/ 512748 h 751342"/>
                  <a:gd name="connsiteX21" fmla="*/ 200094 w 535240"/>
                  <a:gd name="connsiteY21" fmla="*/ 21518 h 751342"/>
                  <a:gd name="connsiteX22" fmla="*/ 227845 w 535240"/>
                  <a:gd name="connsiteY22" fmla="*/ 97 h 7513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35240" h="751342">
                    <a:moveTo>
                      <a:pt x="265333" y="104768"/>
                    </a:moveTo>
                    <a:cubicBezTo>
                      <a:pt x="243911" y="214796"/>
                      <a:pt x="212266" y="321416"/>
                      <a:pt x="183055" y="429009"/>
                    </a:cubicBezTo>
                    <a:cubicBezTo>
                      <a:pt x="179160" y="442641"/>
                      <a:pt x="184516" y="444102"/>
                      <a:pt x="195713" y="444102"/>
                    </a:cubicBezTo>
                    <a:cubicBezTo>
                      <a:pt x="240990" y="443615"/>
                      <a:pt x="286267" y="443615"/>
                      <a:pt x="331544" y="444102"/>
                    </a:cubicBezTo>
                    <a:cubicBezTo>
                      <a:pt x="347610" y="444102"/>
                      <a:pt x="352478" y="442154"/>
                      <a:pt x="347610" y="424141"/>
                    </a:cubicBezTo>
                    <a:cubicBezTo>
                      <a:pt x="318886" y="318007"/>
                      <a:pt x="288214" y="212849"/>
                      <a:pt x="265333" y="104768"/>
                    </a:cubicBezTo>
                    <a:close/>
                    <a:moveTo>
                      <a:pt x="227845" y="97"/>
                    </a:moveTo>
                    <a:cubicBezTo>
                      <a:pt x="256082" y="1557"/>
                      <a:pt x="284806" y="1071"/>
                      <a:pt x="313043" y="97"/>
                    </a:cubicBezTo>
                    <a:cubicBezTo>
                      <a:pt x="326188" y="-391"/>
                      <a:pt x="333004" y="3018"/>
                      <a:pt x="336899" y="17137"/>
                    </a:cubicBezTo>
                    <a:cubicBezTo>
                      <a:pt x="402136" y="255692"/>
                      <a:pt x="467374" y="494247"/>
                      <a:pt x="533585" y="732803"/>
                    </a:cubicBezTo>
                    <a:cubicBezTo>
                      <a:pt x="537480" y="747408"/>
                      <a:pt x="535045" y="751790"/>
                      <a:pt x="520440" y="750816"/>
                    </a:cubicBezTo>
                    <a:cubicBezTo>
                      <a:pt x="509730" y="749843"/>
                      <a:pt x="499506" y="750816"/>
                      <a:pt x="488795" y="750816"/>
                    </a:cubicBezTo>
                    <a:cubicBezTo>
                      <a:pt x="429886" y="750816"/>
                      <a:pt x="430373" y="750816"/>
                      <a:pt x="414307" y="692882"/>
                    </a:cubicBezTo>
                    <a:cubicBezTo>
                      <a:pt x="401162" y="645170"/>
                      <a:pt x="387530" y="597946"/>
                      <a:pt x="375360" y="550235"/>
                    </a:cubicBezTo>
                    <a:cubicBezTo>
                      <a:pt x="371465" y="535143"/>
                      <a:pt x="364649" y="530274"/>
                      <a:pt x="348583" y="530274"/>
                    </a:cubicBezTo>
                    <a:cubicBezTo>
                      <a:pt x="293569" y="531248"/>
                      <a:pt x="238068" y="531248"/>
                      <a:pt x="183055" y="530274"/>
                    </a:cubicBezTo>
                    <a:cubicBezTo>
                      <a:pt x="166502" y="529787"/>
                      <a:pt x="160660" y="536116"/>
                      <a:pt x="157252" y="550722"/>
                    </a:cubicBezTo>
                    <a:cubicBezTo>
                      <a:pt x="141672" y="612065"/>
                      <a:pt x="124633" y="672434"/>
                      <a:pt x="109541" y="733777"/>
                    </a:cubicBezTo>
                    <a:cubicBezTo>
                      <a:pt x="106133" y="747895"/>
                      <a:pt x="100291" y="751790"/>
                      <a:pt x="86659" y="751303"/>
                    </a:cubicBezTo>
                    <a:cubicBezTo>
                      <a:pt x="58422" y="750329"/>
                      <a:pt x="30185" y="751303"/>
                      <a:pt x="0" y="751303"/>
                    </a:cubicBezTo>
                    <a:cubicBezTo>
                      <a:pt x="21908" y="669999"/>
                      <a:pt x="43329" y="591617"/>
                      <a:pt x="65238" y="512748"/>
                    </a:cubicBezTo>
                    <a:cubicBezTo>
                      <a:pt x="110514" y="349167"/>
                      <a:pt x="155792" y="185586"/>
                      <a:pt x="200094" y="21518"/>
                    </a:cubicBezTo>
                    <a:cubicBezTo>
                      <a:pt x="204476" y="5452"/>
                      <a:pt x="210805" y="-877"/>
                      <a:pt x="227845" y="97"/>
                    </a:cubicBezTo>
                    <a:close/>
                  </a:path>
                </a:pathLst>
              </a:custGeom>
              <a:grpFill/>
              <a:ln w="754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EC72B495-6749-4370-A277-78C806E6F8EE}"/>
                  </a:ext>
                </a:extLst>
              </p:cNvPr>
              <p:cNvSpPr/>
              <p:nvPr/>
            </p:nvSpPr>
            <p:spPr>
              <a:xfrm>
                <a:off x="3333258" y="5694258"/>
                <a:ext cx="367661" cy="751692"/>
              </a:xfrm>
              <a:custGeom>
                <a:avLst/>
                <a:gdLst>
                  <a:gd name="connsiteX0" fmla="*/ 754 w 569754"/>
                  <a:gd name="connsiteY0" fmla="*/ 582440 h 1164878"/>
                  <a:gd name="connsiteX1" fmla="*/ 0 w 569754"/>
                  <a:gd name="connsiteY1" fmla="*/ 35459 h 1164878"/>
                  <a:gd name="connsiteX2" fmla="*/ 35459 w 569754"/>
                  <a:gd name="connsiteY2" fmla="*/ 0 h 1164878"/>
                  <a:gd name="connsiteX3" fmla="*/ 510766 w 569754"/>
                  <a:gd name="connsiteY3" fmla="*/ 0 h 1164878"/>
                  <a:gd name="connsiteX4" fmla="*/ 546225 w 569754"/>
                  <a:gd name="connsiteY4" fmla="*/ 35459 h 1164878"/>
                  <a:gd name="connsiteX5" fmla="*/ 546225 w 569754"/>
                  <a:gd name="connsiteY5" fmla="*/ 110905 h 1164878"/>
                  <a:gd name="connsiteX6" fmla="*/ 507748 w 569754"/>
                  <a:gd name="connsiteY6" fmla="*/ 147119 h 1164878"/>
                  <a:gd name="connsiteX7" fmla="*/ 190877 w 569754"/>
                  <a:gd name="connsiteY7" fmla="*/ 146364 h 1164878"/>
                  <a:gd name="connsiteX8" fmla="*/ 158436 w 569754"/>
                  <a:gd name="connsiteY8" fmla="*/ 177297 h 1164878"/>
                  <a:gd name="connsiteX9" fmla="*/ 158436 w 569754"/>
                  <a:gd name="connsiteY9" fmla="*/ 456446 h 1164878"/>
                  <a:gd name="connsiteX10" fmla="*/ 188614 w 569754"/>
                  <a:gd name="connsiteY10" fmla="*/ 485115 h 1164878"/>
                  <a:gd name="connsiteX11" fmla="*/ 490396 w 569754"/>
                  <a:gd name="connsiteY11" fmla="*/ 484360 h 1164878"/>
                  <a:gd name="connsiteX12" fmla="*/ 524347 w 569754"/>
                  <a:gd name="connsiteY12" fmla="*/ 517556 h 1164878"/>
                  <a:gd name="connsiteX13" fmla="*/ 524347 w 569754"/>
                  <a:gd name="connsiteY13" fmla="*/ 596774 h 1164878"/>
                  <a:gd name="connsiteX14" fmla="*/ 491150 w 569754"/>
                  <a:gd name="connsiteY14" fmla="*/ 630725 h 1164878"/>
                  <a:gd name="connsiteX15" fmla="*/ 193140 w 569754"/>
                  <a:gd name="connsiteY15" fmla="*/ 629216 h 1164878"/>
                  <a:gd name="connsiteX16" fmla="*/ 158436 w 569754"/>
                  <a:gd name="connsiteY16" fmla="*/ 665430 h 1164878"/>
                  <a:gd name="connsiteX17" fmla="*/ 158436 w 569754"/>
                  <a:gd name="connsiteY17" fmla="*/ 982301 h 1164878"/>
                  <a:gd name="connsiteX18" fmla="*/ 191631 w 569754"/>
                  <a:gd name="connsiteY18" fmla="*/ 1016252 h 1164878"/>
                  <a:gd name="connsiteX19" fmla="*/ 534909 w 569754"/>
                  <a:gd name="connsiteY19" fmla="*/ 1014743 h 1164878"/>
                  <a:gd name="connsiteX20" fmla="*/ 569614 w 569754"/>
                  <a:gd name="connsiteY20" fmla="*/ 1047938 h 1164878"/>
                  <a:gd name="connsiteX21" fmla="*/ 569614 w 569754"/>
                  <a:gd name="connsiteY21" fmla="*/ 1138473 h 1164878"/>
                  <a:gd name="connsiteX22" fmla="*/ 544716 w 569754"/>
                  <a:gd name="connsiteY22" fmla="*/ 1164879 h 1164878"/>
                  <a:gd name="connsiteX23" fmla="*/ 24142 w 569754"/>
                  <a:gd name="connsiteY23" fmla="*/ 1164879 h 1164878"/>
                  <a:gd name="connsiteX24" fmla="*/ 754 w 569754"/>
                  <a:gd name="connsiteY24" fmla="*/ 1129420 h 1164878"/>
                  <a:gd name="connsiteX25" fmla="*/ 754 w 569754"/>
                  <a:gd name="connsiteY25" fmla="*/ 582440 h 11648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569754" h="1164878">
                    <a:moveTo>
                      <a:pt x="754" y="582440"/>
                    </a:moveTo>
                    <a:cubicBezTo>
                      <a:pt x="754" y="399861"/>
                      <a:pt x="1509" y="218037"/>
                      <a:pt x="0" y="35459"/>
                    </a:cubicBezTo>
                    <a:cubicBezTo>
                      <a:pt x="0" y="7545"/>
                      <a:pt x="7545" y="0"/>
                      <a:pt x="35459" y="0"/>
                    </a:cubicBezTo>
                    <a:cubicBezTo>
                      <a:pt x="193895" y="1509"/>
                      <a:pt x="352330" y="1509"/>
                      <a:pt x="510766" y="0"/>
                    </a:cubicBezTo>
                    <a:cubicBezTo>
                      <a:pt x="538681" y="0"/>
                      <a:pt x="549244" y="6790"/>
                      <a:pt x="546225" y="35459"/>
                    </a:cubicBezTo>
                    <a:cubicBezTo>
                      <a:pt x="543962" y="60356"/>
                      <a:pt x="543208" y="86008"/>
                      <a:pt x="546225" y="110905"/>
                    </a:cubicBezTo>
                    <a:cubicBezTo>
                      <a:pt x="549998" y="142592"/>
                      <a:pt x="535663" y="147873"/>
                      <a:pt x="507748" y="147119"/>
                    </a:cubicBezTo>
                    <a:cubicBezTo>
                      <a:pt x="402125" y="145610"/>
                      <a:pt x="296501" y="147119"/>
                      <a:pt x="190877" y="146364"/>
                    </a:cubicBezTo>
                    <a:cubicBezTo>
                      <a:pt x="167489" y="146364"/>
                      <a:pt x="157681" y="150891"/>
                      <a:pt x="158436" y="177297"/>
                    </a:cubicBezTo>
                    <a:cubicBezTo>
                      <a:pt x="159944" y="270095"/>
                      <a:pt x="159944" y="363648"/>
                      <a:pt x="158436" y="456446"/>
                    </a:cubicBezTo>
                    <a:cubicBezTo>
                      <a:pt x="158436" y="480588"/>
                      <a:pt x="165980" y="485869"/>
                      <a:pt x="188614" y="485115"/>
                    </a:cubicBezTo>
                    <a:cubicBezTo>
                      <a:pt x="288956" y="484360"/>
                      <a:pt x="390053" y="485115"/>
                      <a:pt x="490396" y="484360"/>
                    </a:cubicBezTo>
                    <a:cubicBezTo>
                      <a:pt x="516047" y="484360"/>
                      <a:pt x="527364" y="489641"/>
                      <a:pt x="524347" y="517556"/>
                    </a:cubicBezTo>
                    <a:cubicBezTo>
                      <a:pt x="522083" y="543962"/>
                      <a:pt x="522083" y="570368"/>
                      <a:pt x="524347" y="596774"/>
                    </a:cubicBezTo>
                    <a:cubicBezTo>
                      <a:pt x="526610" y="623180"/>
                      <a:pt x="517556" y="631479"/>
                      <a:pt x="491150" y="630725"/>
                    </a:cubicBezTo>
                    <a:cubicBezTo>
                      <a:pt x="391562" y="629216"/>
                      <a:pt x="292729" y="631479"/>
                      <a:pt x="193140" y="629216"/>
                    </a:cubicBezTo>
                    <a:cubicBezTo>
                      <a:pt x="163716" y="628461"/>
                      <a:pt x="157681" y="637515"/>
                      <a:pt x="158436" y="665430"/>
                    </a:cubicBezTo>
                    <a:cubicBezTo>
                      <a:pt x="159944" y="771054"/>
                      <a:pt x="159944" y="876677"/>
                      <a:pt x="158436" y="982301"/>
                    </a:cubicBezTo>
                    <a:cubicBezTo>
                      <a:pt x="158436" y="1008707"/>
                      <a:pt x="165225" y="1016252"/>
                      <a:pt x="191631" y="1016252"/>
                    </a:cubicBezTo>
                    <a:cubicBezTo>
                      <a:pt x="306309" y="1014743"/>
                      <a:pt x="420231" y="1016252"/>
                      <a:pt x="534909" y="1014743"/>
                    </a:cubicBezTo>
                    <a:cubicBezTo>
                      <a:pt x="560560" y="1014743"/>
                      <a:pt x="571122" y="1020778"/>
                      <a:pt x="569614" y="1047938"/>
                    </a:cubicBezTo>
                    <a:cubicBezTo>
                      <a:pt x="567350" y="1078117"/>
                      <a:pt x="568105" y="1108295"/>
                      <a:pt x="569614" y="1138473"/>
                    </a:cubicBezTo>
                    <a:cubicBezTo>
                      <a:pt x="570368" y="1157334"/>
                      <a:pt x="565087" y="1164879"/>
                      <a:pt x="544716" y="1164879"/>
                    </a:cubicBezTo>
                    <a:cubicBezTo>
                      <a:pt x="371192" y="1164125"/>
                      <a:pt x="197667" y="1164125"/>
                      <a:pt x="24142" y="1164879"/>
                    </a:cubicBezTo>
                    <a:cubicBezTo>
                      <a:pt x="-6036" y="1164879"/>
                      <a:pt x="754" y="1146018"/>
                      <a:pt x="754" y="1129420"/>
                    </a:cubicBezTo>
                    <a:cubicBezTo>
                      <a:pt x="0" y="946842"/>
                      <a:pt x="754" y="765018"/>
                      <a:pt x="754" y="582440"/>
                    </a:cubicBezTo>
                    <a:close/>
                  </a:path>
                </a:pathLst>
              </a:custGeom>
              <a:grpFill/>
              <a:ln w="75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3DA6DF4-FCDB-4B6E-90CB-8AA305A760E8}"/>
                  </a:ext>
                </a:extLst>
              </p:cNvPr>
              <p:cNvSpPr/>
              <p:nvPr/>
            </p:nvSpPr>
            <p:spPr>
              <a:xfrm>
                <a:off x="5537705" y="5693978"/>
                <a:ext cx="103251" cy="751790"/>
              </a:xfrm>
              <a:custGeom>
                <a:avLst/>
                <a:gdLst>
                  <a:gd name="connsiteX0" fmla="*/ 755 w 160005"/>
                  <a:gd name="connsiteY0" fmla="*/ 579855 h 1165029"/>
                  <a:gd name="connsiteX1" fmla="*/ 0 w 160005"/>
                  <a:gd name="connsiteY1" fmla="*/ 36647 h 1165029"/>
                  <a:gd name="connsiteX2" fmla="*/ 34706 w 160005"/>
                  <a:gd name="connsiteY2" fmla="*/ 433 h 1165029"/>
                  <a:gd name="connsiteX3" fmla="*/ 125240 w 160005"/>
                  <a:gd name="connsiteY3" fmla="*/ 433 h 1165029"/>
                  <a:gd name="connsiteX4" fmla="*/ 159945 w 160005"/>
                  <a:gd name="connsiteY4" fmla="*/ 36647 h 1165029"/>
                  <a:gd name="connsiteX5" fmla="*/ 159191 w 160005"/>
                  <a:gd name="connsiteY5" fmla="*/ 387469 h 1165029"/>
                  <a:gd name="connsiteX6" fmla="*/ 159945 w 160005"/>
                  <a:gd name="connsiteY6" fmla="*/ 1126835 h 1165029"/>
                  <a:gd name="connsiteX7" fmla="*/ 122977 w 160005"/>
                  <a:gd name="connsiteY7" fmla="*/ 1164558 h 1165029"/>
                  <a:gd name="connsiteX8" fmla="*/ 36214 w 160005"/>
                  <a:gd name="connsiteY8" fmla="*/ 1164558 h 1165029"/>
                  <a:gd name="connsiteX9" fmla="*/ 0 w 160005"/>
                  <a:gd name="connsiteY9" fmla="*/ 1126081 h 1165029"/>
                  <a:gd name="connsiteX10" fmla="*/ 755 w 160005"/>
                  <a:gd name="connsiteY10" fmla="*/ 579855 h 1165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0005" h="1165029">
                    <a:moveTo>
                      <a:pt x="755" y="579855"/>
                    </a:moveTo>
                    <a:cubicBezTo>
                      <a:pt x="755" y="398786"/>
                      <a:pt x="1509" y="217716"/>
                      <a:pt x="0" y="36647"/>
                    </a:cubicBezTo>
                    <a:cubicBezTo>
                      <a:pt x="0" y="9486"/>
                      <a:pt x="6036" y="-1830"/>
                      <a:pt x="34706" y="433"/>
                    </a:cubicBezTo>
                    <a:cubicBezTo>
                      <a:pt x="64884" y="2696"/>
                      <a:pt x="95062" y="3451"/>
                      <a:pt x="125240" y="433"/>
                    </a:cubicBezTo>
                    <a:cubicBezTo>
                      <a:pt x="154663" y="-2585"/>
                      <a:pt x="160699" y="10241"/>
                      <a:pt x="159945" y="36647"/>
                    </a:cubicBezTo>
                    <a:cubicBezTo>
                      <a:pt x="158436" y="153588"/>
                      <a:pt x="159191" y="270528"/>
                      <a:pt x="159191" y="387469"/>
                    </a:cubicBezTo>
                    <a:cubicBezTo>
                      <a:pt x="159191" y="634176"/>
                      <a:pt x="158436" y="880128"/>
                      <a:pt x="159945" y="1126835"/>
                    </a:cubicBezTo>
                    <a:cubicBezTo>
                      <a:pt x="159945" y="1156259"/>
                      <a:pt x="153155" y="1167576"/>
                      <a:pt x="122977" y="1164558"/>
                    </a:cubicBezTo>
                    <a:cubicBezTo>
                      <a:pt x="94307" y="1161540"/>
                      <a:pt x="64884" y="1161540"/>
                      <a:pt x="36214" y="1164558"/>
                    </a:cubicBezTo>
                    <a:cubicBezTo>
                      <a:pt x="4527" y="1167576"/>
                      <a:pt x="0" y="1153995"/>
                      <a:pt x="0" y="1126081"/>
                    </a:cubicBezTo>
                    <a:cubicBezTo>
                      <a:pt x="755" y="944257"/>
                      <a:pt x="755" y="761678"/>
                      <a:pt x="755" y="579855"/>
                    </a:cubicBezTo>
                    <a:close/>
                  </a:path>
                </a:pathLst>
              </a:custGeom>
              <a:grpFill/>
              <a:ln w="75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D1848064-D370-4BFF-942F-5F91F1736F20}"/>
                  </a:ext>
                </a:extLst>
              </p:cNvPr>
              <p:cNvSpPr/>
              <p:nvPr/>
            </p:nvSpPr>
            <p:spPr>
              <a:xfrm>
                <a:off x="2032763" y="5451515"/>
                <a:ext cx="211779" cy="211779"/>
              </a:xfrm>
              <a:custGeom>
                <a:avLst/>
                <a:gdLst>
                  <a:gd name="connsiteX0" fmla="*/ 306309 w 328188"/>
                  <a:gd name="connsiteY0" fmla="*/ 0 h 328188"/>
                  <a:gd name="connsiteX1" fmla="*/ 21879 w 328188"/>
                  <a:gd name="connsiteY1" fmla="*/ 0 h 328188"/>
                  <a:gd name="connsiteX2" fmla="*/ 0 w 328188"/>
                  <a:gd name="connsiteY2" fmla="*/ 21879 h 328188"/>
                  <a:gd name="connsiteX3" fmla="*/ 0 w 328188"/>
                  <a:gd name="connsiteY3" fmla="*/ 306309 h 328188"/>
                  <a:gd name="connsiteX4" fmla="*/ 21879 w 328188"/>
                  <a:gd name="connsiteY4" fmla="*/ 328188 h 328188"/>
                  <a:gd name="connsiteX5" fmla="*/ 306309 w 328188"/>
                  <a:gd name="connsiteY5" fmla="*/ 328188 h 328188"/>
                  <a:gd name="connsiteX6" fmla="*/ 328188 w 328188"/>
                  <a:gd name="connsiteY6" fmla="*/ 306309 h 328188"/>
                  <a:gd name="connsiteX7" fmla="*/ 328188 w 328188"/>
                  <a:gd name="connsiteY7" fmla="*/ 21879 h 328188"/>
                  <a:gd name="connsiteX8" fmla="*/ 306309 w 328188"/>
                  <a:gd name="connsiteY8" fmla="*/ 0 h 328188"/>
                  <a:gd name="connsiteX9" fmla="*/ 132030 w 328188"/>
                  <a:gd name="connsiteY9" fmla="*/ 114677 h 328188"/>
                  <a:gd name="connsiteX10" fmla="*/ 116941 w 328188"/>
                  <a:gd name="connsiteY10" fmla="*/ 129766 h 328188"/>
                  <a:gd name="connsiteX11" fmla="*/ 56584 w 328188"/>
                  <a:gd name="connsiteY11" fmla="*/ 129766 h 328188"/>
                  <a:gd name="connsiteX12" fmla="*/ 41495 w 328188"/>
                  <a:gd name="connsiteY12" fmla="*/ 114677 h 328188"/>
                  <a:gd name="connsiteX13" fmla="*/ 41495 w 328188"/>
                  <a:gd name="connsiteY13" fmla="*/ 61865 h 328188"/>
                  <a:gd name="connsiteX14" fmla="*/ 56584 w 328188"/>
                  <a:gd name="connsiteY14" fmla="*/ 46776 h 328188"/>
                  <a:gd name="connsiteX15" fmla="*/ 116941 w 328188"/>
                  <a:gd name="connsiteY15" fmla="*/ 46776 h 328188"/>
                  <a:gd name="connsiteX16" fmla="*/ 132030 w 328188"/>
                  <a:gd name="connsiteY16" fmla="*/ 61865 h 328188"/>
                  <a:gd name="connsiteX17" fmla="*/ 132030 w 328188"/>
                  <a:gd name="connsiteY17" fmla="*/ 114677 h 328188"/>
                  <a:gd name="connsiteX18" fmla="*/ 298764 w 328188"/>
                  <a:gd name="connsiteY18" fmla="*/ 114677 h 328188"/>
                  <a:gd name="connsiteX19" fmla="*/ 283675 w 328188"/>
                  <a:gd name="connsiteY19" fmla="*/ 129766 h 328188"/>
                  <a:gd name="connsiteX20" fmla="*/ 223319 w 328188"/>
                  <a:gd name="connsiteY20" fmla="*/ 129766 h 328188"/>
                  <a:gd name="connsiteX21" fmla="*/ 208230 w 328188"/>
                  <a:gd name="connsiteY21" fmla="*/ 114677 h 328188"/>
                  <a:gd name="connsiteX22" fmla="*/ 208230 w 328188"/>
                  <a:gd name="connsiteY22" fmla="*/ 61865 h 328188"/>
                  <a:gd name="connsiteX23" fmla="*/ 223319 w 328188"/>
                  <a:gd name="connsiteY23" fmla="*/ 46776 h 328188"/>
                  <a:gd name="connsiteX24" fmla="*/ 283675 w 328188"/>
                  <a:gd name="connsiteY24" fmla="*/ 46776 h 328188"/>
                  <a:gd name="connsiteX25" fmla="*/ 298764 w 328188"/>
                  <a:gd name="connsiteY25" fmla="*/ 61865 h 328188"/>
                  <a:gd name="connsiteX26" fmla="*/ 298764 w 328188"/>
                  <a:gd name="connsiteY26" fmla="*/ 114677 h 328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28188" h="328188">
                    <a:moveTo>
                      <a:pt x="306309" y="0"/>
                    </a:moveTo>
                    <a:lnTo>
                      <a:pt x="21879" y="0"/>
                    </a:lnTo>
                    <a:cubicBezTo>
                      <a:pt x="9808" y="0"/>
                      <a:pt x="0" y="9808"/>
                      <a:pt x="0" y="21879"/>
                    </a:cubicBezTo>
                    <a:lnTo>
                      <a:pt x="0" y="306309"/>
                    </a:lnTo>
                    <a:cubicBezTo>
                      <a:pt x="0" y="318380"/>
                      <a:pt x="9808" y="328188"/>
                      <a:pt x="21879" y="328188"/>
                    </a:cubicBezTo>
                    <a:lnTo>
                      <a:pt x="306309" y="328188"/>
                    </a:lnTo>
                    <a:cubicBezTo>
                      <a:pt x="318380" y="328188"/>
                      <a:pt x="328188" y="318380"/>
                      <a:pt x="328188" y="306309"/>
                    </a:cubicBezTo>
                    <a:lnTo>
                      <a:pt x="328188" y="21879"/>
                    </a:lnTo>
                    <a:cubicBezTo>
                      <a:pt x="328188" y="9808"/>
                      <a:pt x="318380" y="0"/>
                      <a:pt x="306309" y="0"/>
                    </a:cubicBezTo>
                    <a:close/>
                    <a:moveTo>
                      <a:pt x="132030" y="114677"/>
                    </a:moveTo>
                    <a:cubicBezTo>
                      <a:pt x="132030" y="122976"/>
                      <a:pt x="125240" y="129766"/>
                      <a:pt x="116941" y="129766"/>
                    </a:cubicBezTo>
                    <a:lnTo>
                      <a:pt x="56584" y="129766"/>
                    </a:lnTo>
                    <a:cubicBezTo>
                      <a:pt x="48285" y="129766"/>
                      <a:pt x="41495" y="122976"/>
                      <a:pt x="41495" y="114677"/>
                    </a:cubicBezTo>
                    <a:lnTo>
                      <a:pt x="41495" y="61865"/>
                    </a:lnTo>
                    <a:cubicBezTo>
                      <a:pt x="41495" y="53566"/>
                      <a:pt x="48285" y="46776"/>
                      <a:pt x="56584" y="46776"/>
                    </a:cubicBezTo>
                    <a:lnTo>
                      <a:pt x="116941" y="46776"/>
                    </a:lnTo>
                    <a:cubicBezTo>
                      <a:pt x="125240" y="46776"/>
                      <a:pt x="132030" y="53566"/>
                      <a:pt x="132030" y="61865"/>
                    </a:cubicBezTo>
                    <a:lnTo>
                      <a:pt x="132030" y="114677"/>
                    </a:lnTo>
                    <a:close/>
                    <a:moveTo>
                      <a:pt x="298764" y="114677"/>
                    </a:moveTo>
                    <a:cubicBezTo>
                      <a:pt x="298764" y="122976"/>
                      <a:pt x="291974" y="129766"/>
                      <a:pt x="283675" y="129766"/>
                    </a:cubicBezTo>
                    <a:lnTo>
                      <a:pt x="223319" y="129766"/>
                    </a:lnTo>
                    <a:cubicBezTo>
                      <a:pt x="215020" y="129766"/>
                      <a:pt x="208230" y="122976"/>
                      <a:pt x="208230" y="114677"/>
                    </a:cubicBezTo>
                    <a:lnTo>
                      <a:pt x="208230" y="61865"/>
                    </a:lnTo>
                    <a:cubicBezTo>
                      <a:pt x="208230" y="53566"/>
                      <a:pt x="215020" y="46776"/>
                      <a:pt x="223319" y="46776"/>
                    </a:cubicBezTo>
                    <a:lnTo>
                      <a:pt x="283675" y="46776"/>
                    </a:lnTo>
                    <a:cubicBezTo>
                      <a:pt x="291974" y="46776"/>
                      <a:pt x="298764" y="53566"/>
                      <a:pt x="298764" y="61865"/>
                    </a:cubicBezTo>
                    <a:lnTo>
                      <a:pt x="298764" y="114677"/>
                    </a:ln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75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8DC9469A-EAEF-43C7-BE90-DE361FB9DA1F}"/>
                  </a:ext>
                </a:extLst>
              </p:cNvPr>
              <p:cNvSpPr/>
              <p:nvPr/>
            </p:nvSpPr>
            <p:spPr>
              <a:xfrm>
                <a:off x="7965616" y="5924050"/>
                <a:ext cx="312069" cy="312086"/>
              </a:xfrm>
              <a:custGeom>
                <a:avLst/>
                <a:gdLst>
                  <a:gd name="connsiteX0" fmla="*/ 483606 w 483605"/>
                  <a:gd name="connsiteY0" fmla="*/ 451164 h 483632"/>
                  <a:gd name="connsiteX1" fmla="*/ 483606 w 483605"/>
                  <a:gd name="connsiteY1" fmla="*/ 32441 h 483632"/>
                  <a:gd name="connsiteX2" fmla="*/ 451164 w 483605"/>
                  <a:gd name="connsiteY2" fmla="*/ 0 h 483632"/>
                  <a:gd name="connsiteX3" fmla="*/ 32441 w 483605"/>
                  <a:gd name="connsiteY3" fmla="*/ 0 h 483632"/>
                  <a:gd name="connsiteX4" fmla="*/ 0 w 483605"/>
                  <a:gd name="connsiteY4" fmla="*/ 32441 h 483632"/>
                  <a:gd name="connsiteX5" fmla="*/ 0 w 483605"/>
                  <a:gd name="connsiteY5" fmla="*/ 451164 h 483632"/>
                  <a:gd name="connsiteX6" fmla="*/ 32441 w 483605"/>
                  <a:gd name="connsiteY6" fmla="*/ 483606 h 483632"/>
                  <a:gd name="connsiteX7" fmla="*/ 451164 w 483605"/>
                  <a:gd name="connsiteY7" fmla="*/ 483606 h 483632"/>
                  <a:gd name="connsiteX8" fmla="*/ 483606 w 483605"/>
                  <a:gd name="connsiteY8" fmla="*/ 451164 h 483632"/>
                  <a:gd name="connsiteX9" fmla="*/ 314608 w 483605"/>
                  <a:gd name="connsiteY9" fmla="*/ 194649 h 483632"/>
                  <a:gd name="connsiteX10" fmla="*/ 292728 w 483605"/>
                  <a:gd name="connsiteY10" fmla="*/ 172770 h 483632"/>
                  <a:gd name="connsiteX11" fmla="*/ 292728 w 483605"/>
                  <a:gd name="connsiteY11" fmla="*/ 83744 h 483632"/>
                  <a:gd name="connsiteX12" fmla="*/ 314608 w 483605"/>
                  <a:gd name="connsiteY12" fmla="*/ 61865 h 483632"/>
                  <a:gd name="connsiteX13" fmla="*/ 392317 w 483605"/>
                  <a:gd name="connsiteY13" fmla="*/ 61865 h 483632"/>
                  <a:gd name="connsiteX14" fmla="*/ 414196 w 483605"/>
                  <a:gd name="connsiteY14" fmla="*/ 83744 h 483632"/>
                  <a:gd name="connsiteX15" fmla="*/ 414196 w 483605"/>
                  <a:gd name="connsiteY15" fmla="*/ 172770 h 483632"/>
                  <a:gd name="connsiteX16" fmla="*/ 392317 w 483605"/>
                  <a:gd name="connsiteY16" fmla="*/ 194649 h 483632"/>
                  <a:gd name="connsiteX17" fmla="*/ 314608 w 483605"/>
                  <a:gd name="connsiteY17" fmla="*/ 194649 h 483632"/>
                  <a:gd name="connsiteX18" fmla="*/ 314608 w 483605"/>
                  <a:gd name="connsiteY18" fmla="*/ 440602 h 483632"/>
                  <a:gd name="connsiteX19" fmla="*/ 292728 w 483605"/>
                  <a:gd name="connsiteY19" fmla="*/ 418723 h 483632"/>
                  <a:gd name="connsiteX20" fmla="*/ 292728 w 483605"/>
                  <a:gd name="connsiteY20" fmla="*/ 329697 h 483632"/>
                  <a:gd name="connsiteX21" fmla="*/ 314608 w 483605"/>
                  <a:gd name="connsiteY21" fmla="*/ 307818 h 483632"/>
                  <a:gd name="connsiteX22" fmla="*/ 392317 w 483605"/>
                  <a:gd name="connsiteY22" fmla="*/ 307818 h 483632"/>
                  <a:gd name="connsiteX23" fmla="*/ 414196 w 483605"/>
                  <a:gd name="connsiteY23" fmla="*/ 329697 h 483632"/>
                  <a:gd name="connsiteX24" fmla="*/ 414196 w 483605"/>
                  <a:gd name="connsiteY24" fmla="*/ 418723 h 483632"/>
                  <a:gd name="connsiteX25" fmla="*/ 392317 w 483605"/>
                  <a:gd name="connsiteY25" fmla="*/ 440602 h 483632"/>
                  <a:gd name="connsiteX26" fmla="*/ 314608 w 483605"/>
                  <a:gd name="connsiteY26" fmla="*/ 440602 h 483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83605" h="483632">
                    <a:moveTo>
                      <a:pt x="483606" y="451164"/>
                    </a:moveTo>
                    <a:lnTo>
                      <a:pt x="483606" y="32441"/>
                    </a:lnTo>
                    <a:cubicBezTo>
                      <a:pt x="483606" y="14334"/>
                      <a:pt x="469271" y="0"/>
                      <a:pt x="451164" y="0"/>
                    </a:cubicBezTo>
                    <a:lnTo>
                      <a:pt x="32441" y="0"/>
                    </a:lnTo>
                    <a:cubicBezTo>
                      <a:pt x="14335" y="0"/>
                      <a:pt x="0" y="14334"/>
                      <a:pt x="0" y="32441"/>
                    </a:cubicBezTo>
                    <a:lnTo>
                      <a:pt x="0" y="451164"/>
                    </a:lnTo>
                    <a:cubicBezTo>
                      <a:pt x="0" y="469271"/>
                      <a:pt x="14335" y="483606"/>
                      <a:pt x="32441" y="483606"/>
                    </a:cubicBezTo>
                    <a:lnTo>
                      <a:pt x="451164" y="483606"/>
                    </a:lnTo>
                    <a:cubicBezTo>
                      <a:pt x="468517" y="484360"/>
                      <a:pt x="483606" y="469271"/>
                      <a:pt x="483606" y="451164"/>
                    </a:cubicBezTo>
                    <a:close/>
                    <a:moveTo>
                      <a:pt x="314608" y="194649"/>
                    </a:moveTo>
                    <a:cubicBezTo>
                      <a:pt x="302536" y="194649"/>
                      <a:pt x="292728" y="184842"/>
                      <a:pt x="292728" y="172770"/>
                    </a:cubicBezTo>
                    <a:lnTo>
                      <a:pt x="292728" y="83744"/>
                    </a:lnTo>
                    <a:cubicBezTo>
                      <a:pt x="292728" y="71673"/>
                      <a:pt x="302536" y="61865"/>
                      <a:pt x="314608" y="61865"/>
                    </a:cubicBezTo>
                    <a:lnTo>
                      <a:pt x="392317" y="61865"/>
                    </a:lnTo>
                    <a:cubicBezTo>
                      <a:pt x="404388" y="61865"/>
                      <a:pt x="414196" y="71673"/>
                      <a:pt x="414196" y="83744"/>
                    </a:cubicBezTo>
                    <a:lnTo>
                      <a:pt x="414196" y="172770"/>
                    </a:lnTo>
                    <a:cubicBezTo>
                      <a:pt x="414196" y="184842"/>
                      <a:pt x="404388" y="194649"/>
                      <a:pt x="392317" y="194649"/>
                    </a:cubicBezTo>
                    <a:lnTo>
                      <a:pt x="314608" y="194649"/>
                    </a:lnTo>
                    <a:close/>
                    <a:moveTo>
                      <a:pt x="314608" y="440602"/>
                    </a:moveTo>
                    <a:cubicBezTo>
                      <a:pt x="302536" y="440602"/>
                      <a:pt x="292728" y="430794"/>
                      <a:pt x="292728" y="418723"/>
                    </a:cubicBezTo>
                    <a:lnTo>
                      <a:pt x="292728" y="329697"/>
                    </a:lnTo>
                    <a:cubicBezTo>
                      <a:pt x="292728" y="317626"/>
                      <a:pt x="302536" y="307818"/>
                      <a:pt x="314608" y="307818"/>
                    </a:cubicBezTo>
                    <a:lnTo>
                      <a:pt x="392317" y="307818"/>
                    </a:lnTo>
                    <a:cubicBezTo>
                      <a:pt x="404388" y="307818"/>
                      <a:pt x="414196" y="317626"/>
                      <a:pt x="414196" y="329697"/>
                    </a:cubicBezTo>
                    <a:lnTo>
                      <a:pt x="414196" y="418723"/>
                    </a:lnTo>
                    <a:cubicBezTo>
                      <a:pt x="414196" y="430794"/>
                      <a:pt x="404388" y="440602"/>
                      <a:pt x="392317" y="440602"/>
                    </a:cubicBezTo>
                    <a:lnTo>
                      <a:pt x="314608" y="440602"/>
                    </a:ln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75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0EE56A7D-7924-455B-8B1A-7E7838A36598}"/>
                  </a:ext>
                </a:extLst>
              </p:cNvPr>
              <p:cNvSpPr/>
              <p:nvPr/>
            </p:nvSpPr>
            <p:spPr>
              <a:xfrm>
                <a:off x="6368011" y="5686397"/>
                <a:ext cx="1080572" cy="766589"/>
              </a:xfrm>
              <a:custGeom>
                <a:avLst/>
                <a:gdLst>
                  <a:gd name="connsiteX0" fmla="*/ 1673780 w 1674534"/>
                  <a:gd name="connsiteY0" fmla="*/ 507103 h 1187963"/>
                  <a:gd name="connsiteX1" fmla="*/ 491549 w 1674534"/>
                  <a:gd name="connsiteY1" fmla="*/ 498050 h 1187963"/>
                  <a:gd name="connsiteX2" fmla="*/ 468915 w 1674534"/>
                  <a:gd name="connsiteY2" fmla="*/ 517666 h 1187963"/>
                  <a:gd name="connsiteX3" fmla="*/ 473442 w 1674534"/>
                  <a:gd name="connsiteY3" fmla="*/ 667802 h 1187963"/>
                  <a:gd name="connsiteX4" fmla="*/ 502112 w 1674534"/>
                  <a:gd name="connsiteY4" fmla="*/ 691191 h 1187963"/>
                  <a:gd name="connsiteX5" fmla="*/ 622824 w 1674534"/>
                  <a:gd name="connsiteY5" fmla="*/ 690436 h 1187963"/>
                  <a:gd name="connsiteX6" fmla="*/ 656020 w 1674534"/>
                  <a:gd name="connsiteY6" fmla="*/ 720614 h 1187963"/>
                  <a:gd name="connsiteX7" fmla="*/ 656020 w 1674534"/>
                  <a:gd name="connsiteY7" fmla="*/ 992218 h 1187963"/>
                  <a:gd name="connsiteX8" fmla="*/ 625087 w 1674534"/>
                  <a:gd name="connsiteY8" fmla="*/ 1030696 h 1187963"/>
                  <a:gd name="connsiteX9" fmla="*/ 203346 w 1674534"/>
                  <a:gd name="connsiteY9" fmla="*/ 811904 h 1187963"/>
                  <a:gd name="connsiteX10" fmla="*/ 197311 w 1674534"/>
                  <a:gd name="connsiteY10" fmla="*/ 400725 h 1187963"/>
                  <a:gd name="connsiteX11" fmla="*/ 480986 w 1674534"/>
                  <a:gd name="connsiteY11" fmla="*/ 154018 h 1187963"/>
                  <a:gd name="connsiteX12" fmla="*/ 745046 w 1674534"/>
                  <a:gd name="connsiteY12" fmla="*/ 192495 h 1187963"/>
                  <a:gd name="connsiteX13" fmla="*/ 775978 w 1674534"/>
                  <a:gd name="connsiteY13" fmla="*/ 75555 h 1187963"/>
                  <a:gd name="connsiteX14" fmla="*/ 752590 w 1674534"/>
                  <a:gd name="connsiteY14" fmla="*/ 34815 h 1187963"/>
                  <a:gd name="connsiteX15" fmla="*/ 594909 w 1674534"/>
                  <a:gd name="connsiteY15" fmla="*/ 2373 h 1187963"/>
                  <a:gd name="connsiteX16" fmla="*/ 46420 w 1674534"/>
                  <a:gd name="connsiteY16" fmla="*/ 339614 h 1187963"/>
                  <a:gd name="connsiteX17" fmla="*/ 53965 w 1674534"/>
                  <a:gd name="connsiteY17" fmla="*/ 892630 h 1187963"/>
                  <a:gd name="connsiteX18" fmla="*/ 344430 w 1674534"/>
                  <a:gd name="connsiteY18" fmla="*/ 1164989 h 1187963"/>
                  <a:gd name="connsiteX19" fmla="*/ 788049 w 1674534"/>
                  <a:gd name="connsiteY19" fmla="*/ 1137828 h 1187963"/>
                  <a:gd name="connsiteX20" fmla="*/ 810683 w 1674534"/>
                  <a:gd name="connsiteY20" fmla="*/ 1097088 h 1187963"/>
                  <a:gd name="connsiteX21" fmla="*/ 809929 w 1674534"/>
                  <a:gd name="connsiteY21" fmla="*/ 685909 h 1187963"/>
                  <a:gd name="connsiteX22" fmla="*/ 841617 w 1674534"/>
                  <a:gd name="connsiteY22" fmla="*/ 654977 h 1187963"/>
                  <a:gd name="connsiteX23" fmla="*/ 1674535 w 1674534"/>
                  <a:gd name="connsiteY23" fmla="*/ 661767 h 1187963"/>
                  <a:gd name="connsiteX24" fmla="*/ 1674535 w 1674534"/>
                  <a:gd name="connsiteY24" fmla="*/ 507103 h 1187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674534" h="1187963">
                    <a:moveTo>
                      <a:pt x="1673780" y="507103"/>
                    </a:moveTo>
                    <a:cubicBezTo>
                      <a:pt x="1630777" y="504840"/>
                      <a:pt x="524745" y="500314"/>
                      <a:pt x="491549" y="498050"/>
                    </a:cubicBezTo>
                    <a:cubicBezTo>
                      <a:pt x="474950" y="496541"/>
                      <a:pt x="468161" y="501068"/>
                      <a:pt x="468915" y="517666"/>
                    </a:cubicBezTo>
                    <a:cubicBezTo>
                      <a:pt x="471178" y="567460"/>
                      <a:pt x="465897" y="618008"/>
                      <a:pt x="473442" y="667802"/>
                    </a:cubicBezTo>
                    <a:cubicBezTo>
                      <a:pt x="476460" y="688927"/>
                      <a:pt x="484759" y="691945"/>
                      <a:pt x="502112" y="691191"/>
                    </a:cubicBezTo>
                    <a:cubicBezTo>
                      <a:pt x="542097" y="690436"/>
                      <a:pt x="582838" y="691945"/>
                      <a:pt x="622824" y="690436"/>
                    </a:cubicBezTo>
                    <a:cubicBezTo>
                      <a:pt x="645458" y="689682"/>
                      <a:pt x="656020" y="694208"/>
                      <a:pt x="656020" y="720614"/>
                    </a:cubicBezTo>
                    <a:cubicBezTo>
                      <a:pt x="654511" y="811149"/>
                      <a:pt x="654511" y="901684"/>
                      <a:pt x="656020" y="992218"/>
                    </a:cubicBezTo>
                    <a:cubicBezTo>
                      <a:pt x="656775" y="1017116"/>
                      <a:pt x="644703" y="1026169"/>
                      <a:pt x="625087" y="1030696"/>
                    </a:cubicBezTo>
                    <a:cubicBezTo>
                      <a:pt x="441755" y="1069173"/>
                      <a:pt x="274265" y="1015607"/>
                      <a:pt x="203346" y="811904"/>
                    </a:cubicBezTo>
                    <a:cubicBezTo>
                      <a:pt x="155816" y="676856"/>
                      <a:pt x="155062" y="537282"/>
                      <a:pt x="197311" y="400725"/>
                    </a:cubicBezTo>
                    <a:cubicBezTo>
                      <a:pt x="240315" y="261905"/>
                      <a:pt x="333113" y="174389"/>
                      <a:pt x="480986" y="154018"/>
                    </a:cubicBezTo>
                    <a:cubicBezTo>
                      <a:pt x="571521" y="141193"/>
                      <a:pt x="658284" y="154773"/>
                      <a:pt x="745046" y="192495"/>
                    </a:cubicBezTo>
                    <a:cubicBezTo>
                      <a:pt x="755608" y="152509"/>
                      <a:pt x="763907" y="114032"/>
                      <a:pt x="775978" y="75555"/>
                    </a:cubicBezTo>
                    <a:cubicBezTo>
                      <a:pt x="783523" y="51412"/>
                      <a:pt x="773716" y="43113"/>
                      <a:pt x="752590" y="34815"/>
                    </a:cubicBezTo>
                    <a:cubicBezTo>
                      <a:pt x="701287" y="15199"/>
                      <a:pt x="648475" y="6900"/>
                      <a:pt x="594909" y="2373"/>
                    </a:cubicBezTo>
                    <a:cubicBezTo>
                      <a:pt x="361028" y="-17243"/>
                      <a:pt x="136955" y="83854"/>
                      <a:pt x="46420" y="339614"/>
                    </a:cubicBezTo>
                    <a:cubicBezTo>
                      <a:pt x="-19218" y="523702"/>
                      <a:pt x="-13936" y="710052"/>
                      <a:pt x="53965" y="892630"/>
                    </a:cubicBezTo>
                    <a:cubicBezTo>
                      <a:pt x="105267" y="1029941"/>
                      <a:pt x="201084" y="1125757"/>
                      <a:pt x="344430" y="1164989"/>
                    </a:cubicBezTo>
                    <a:cubicBezTo>
                      <a:pt x="494567" y="1206484"/>
                      <a:pt x="643194" y="1188377"/>
                      <a:pt x="788049" y="1137828"/>
                    </a:cubicBezTo>
                    <a:cubicBezTo>
                      <a:pt x="809929" y="1130284"/>
                      <a:pt x="810683" y="1115949"/>
                      <a:pt x="810683" y="1097088"/>
                    </a:cubicBezTo>
                    <a:cubicBezTo>
                      <a:pt x="809929" y="959777"/>
                      <a:pt x="811438" y="823220"/>
                      <a:pt x="809929" y="685909"/>
                    </a:cubicBezTo>
                    <a:cubicBezTo>
                      <a:pt x="809929" y="661013"/>
                      <a:pt x="816719" y="654222"/>
                      <a:pt x="841617" y="654977"/>
                    </a:cubicBezTo>
                    <a:cubicBezTo>
                      <a:pt x="939696" y="657240"/>
                      <a:pt x="1519871" y="657240"/>
                      <a:pt x="1674535" y="661767"/>
                    </a:cubicBezTo>
                    <a:lnTo>
                      <a:pt x="1674535" y="507103"/>
                    </a:lnTo>
                    <a:close/>
                  </a:path>
                </a:pathLst>
              </a:custGeom>
              <a:grpFill/>
              <a:ln w="75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E7F3D192-582D-4E09-BA4E-C821A87E6DFB}"/>
                  </a:ext>
                </a:extLst>
              </p:cNvPr>
              <p:cNvSpPr/>
              <p:nvPr/>
            </p:nvSpPr>
            <p:spPr>
              <a:xfrm>
                <a:off x="1674291" y="6016064"/>
                <a:ext cx="505986" cy="502125"/>
              </a:xfrm>
              <a:custGeom>
                <a:avLst/>
                <a:gdLst>
                  <a:gd name="connsiteX0" fmla="*/ 436854 w 505986"/>
                  <a:gd name="connsiteY0" fmla="*/ 0 h 502125"/>
                  <a:gd name="connsiteX1" fmla="*/ 505986 w 505986"/>
                  <a:gd name="connsiteY1" fmla="*/ 0 h 502125"/>
                  <a:gd name="connsiteX2" fmla="*/ 500144 w 505986"/>
                  <a:gd name="connsiteY2" fmla="*/ 369517 h 502125"/>
                  <a:gd name="connsiteX3" fmla="*/ 375025 w 505986"/>
                  <a:gd name="connsiteY3" fmla="*/ 498531 h 502125"/>
                  <a:gd name="connsiteX4" fmla="*/ 13966 w 505986"/>
                  <a:gd name="connsiteY4" fmla="*/ 502122 h 502125"/>
                  <a:gd name="connsiteX5" fmla="*/ 0 w 505986"/>
                  <a:gd name="connsiteY5" fmla="*/ 502077 h 502125"/>
                  <a:gd name="connsiteX6" fmla="*/ 0 w 505986"/>
                  <a:gd name="connsiteY6" fmla="*/ 432700 h 502125"/>
                  <a:gd name="connsiteX7" fmla="*/ 42020 w 505986"/>
                  <a:gd name="connsiteY7" fmla="*/ 432503 h 502125"/>
                  <a:gd name="connsiteX8" fmla="*/ 359932 w 505986"/>
                  <a:gd name="connsiteY8" fmla="*/ 430860 h 502125"/>
                  <a:gd name="connsiteX9" fmla="*/ 429551 w 505986"/>
                  <a:gd name="connsiteY9" fmla="*/ 362701 h 502125"/>
                  <a:gd name="connsiteX10" fmla="*/ 436854 w 505986"/>
                  <a:gd name="connsiteY10" fmla="*/ 0 h 502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05986" h="502125">
                    <a:moveTo>
                      <a:pt x="436854" y="0"/>
                    </a:moveTo>
                    <a:lnTo>
                      <a:pt x="505986" y="0"/>
                    </a:lnTo>
                    <a:cubicBezTo>
                      <a:pt x="505500" y="487"/>
                      <a:pt x="501605" y="255108"/>
                      <a:pt x="500144" y="369517"/>
                    </a:cubicBezTo>
                    <a:cubicBezTo>
                      <a:pt x="499171" y="450821"/>
                      <a:pt x="455354" y="496584"/>
                      <a:pt x="375025" y="498531"/>
                    </a:cubicBezTo>
                    <a:cubicBezTo>
                      <a:pt x="254774" y="501453"/>
                      <a:pt x="134400" y="502183"/>
                      <a:pt x="13966" y="502122"/>
                    </a:cubicBezTo>
                    <a:lnTo>
                      <a:pt x="0" y="502077"/>
                    </a:lnTo>
                    <a:lnTo>
                      <a:pt x="0" y="432700"/>
                    </a:lnTo>
                    <a:lnTo>
                      <a:pt x="42020" y="432503"/>
                    </a:lnTo>
                    <a:cubicBezTo>
                      <a:pt x="204019" y="431712"/>
                      <a:pt x="356767" y="430860"/>
                      <a:pt x="359932" y="430860"/>
                    </a:cubicBezTo>
                    <a:cubicBezTo>
                      <a:pt x="416893" y="429886"/>
                      <a:pt x="426630" y="418689"/>
                      <a:pt x="429551" y="362701"/>
                    </a:cubicBezTo>
                    <a:cubicBezTo>
                      <a:pt x="433933" y="271661"/>
                      <a:pt x="435393" y="21907"/>
                      <a:pt x="436854" y="0"/>
                    </a:cubicBezTo>
                    <a:close/>
                  </a:path>
                </a:pathLst>
              </a:custGeom>
              <a:grpFill/>
              <a:ln w="754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 dirty="0"/>
              </a:p>
            </p:txBody>
          </p:sp>
        </p:grpSp>
        <p:sp>
          <p:nvSpPr>
            <p:cNvPr id="17" name="Rounded Rectangle 51">
              <a:extLst>
                <a:ext uri="{FF2B5EF4-FFF2-40B4-BE49-F238E27FC236}">
                  <a16:creationId xmlns:a16="http://schemas.microsoft.com/office/drawing/2014/main" id="{3FF0119A-6D4D-4C46-9AB5-F81B7520A022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1326782" y="3563461"/>
              <a:ext cx="1706990" cy="1607577"/>
            </a:xfrm>
            <a:custGeom>
              <a:avLst/>
              <a:gdLst/>
              <a:ahLst/>
              <a:cxnLst/>
              <a:rect l="l" t="t" r="r" b="b"/>
              <a:pathLst>
                <a:path w="2928608" h="2758049">
                  <a:moveTo>
                    <a:pt x="2797052" y="1199936"/>
                  </a:moveTo>
                  <a:lnTo>
                    <a:pt x="2797052" y="1541978"/>
                  </a:lnTo>
                  <a:cubicBezTo>
                    <a:pt x="2797052" y="1578306"/>
                    <a:pt x="2826502" y="1607756"/>
                    <a:pt x="2862830" y="1607756"/>
                  </a:cubicBezTo>
                  <a:lnTo>
                    <a:pt x="2862830" y="1607755"/>
                  </a:lnTo>
                  <a:cubicBezTo>
                    <a:pt x="2899158" y="1607755"/>
                    <a:pt x="2928608" y="1578305"/>
                    <a:pt x="2928608" y="1541977"/>
                  </a:cubicBezTo>
                  <a:lnTo>
                    <a:pt x="2928607" y="1199936"/>
                  </a:lnTo>
                  <a:cubicBezTo>
                    <a:pt x="2928607" y="1163608"/>
                    <a:pt x="2899158" y="1134159"/>
                    <a:pt x="2862830" y="1134158"/>
                  </a:cubicBezTo>
                  <a:cubicBezTo>
                    <a:pt x="2826502" y="1134159"/>
                    <a:pt x="2797052" y="1163608"/>
                    <a:pt x="2797052" y="1199936"/>
                  </a:cubicBezTo>
                  <a:close/>
                  <a:moveTo>
                    <a:pt x="2593193" y="1147315"/>
                  </a:moveTo>
                  <a:lnTo>
                    <a:pt x="2593193" y="1594601"/>
                  </a:lnTo>
                  <a:cubicBezTo>
                    <a:pt x="2593193" y="1630929"/>
                    <a:pt x="2622643" y="1660379"/>
                    <a:pt x="2658971" y="1660379"/>
                  </a:cubicBezTo>
                  <a:lnTo>
                    <a:pt x="2658971" y="1660378"/>
                  </a:lnTo>
                  <a:cubicBezTo>
                    <a:pt x="2695299" y="1660378"/>
                    <a:pt x="2724749" y="1630928"/>
                    <a:pt x="2724749" y="1594600"/>
                  </a:cubicBezTo>
                  <a:lnTo>
                    <a:pt x="2724748" y="1147315"/>
                  </a:lnTo>
                  <a:cubicBezTo>
                    <a:pt x="2724748" y="1110987"/>
                    <a:pt x="2695299" y="1081538"/>
                    <a:pt x="2658971" y="1081537"/>
                  </a:cubicBezTo>
                  <a:cubicBezTo>
                    <a:pt x="2622643" y="1081538"/>
                    <a:pt x="2593193" y="1110987"/>
                    <a:pt x="2593193" y="1147315"/>
                  </a:cubicBezTo>
                  <a:close/>
                  <a:moveTo>
                    <a:pt x="2389334" y="1121004"/>
                  </a:moveTo>
                  <a:lnTo>
                    <a:pt x="2389334" y="1620912"/>
                  </a:lnTo>
                  <a:cubicBezTo>
                    <a:pt x="2389334" y="1657240"/>
                    <a:pt x="2418784" y="1686690"/>
                    <a:pt x="2455112" y="1686690"/>
                  </a:cubicBezTo>
                  <a:lnTo>
                    <a:pt x="2455112" y="1686689"/>
                  </a:lnTo>
                  <a:cubicBezTo>
                    <a:pt x="2491440" y="1686689"/>
                    <a:pt x="2520890" y="1657239"/>
                    <a:pt x="2520890" y="1620911"/>
                  </a:cubicBezTo>
                  <a:lnTo>
                    <a:pt x="2520889" y="1121004"/>
                  </a:lnTo>
                  <a:cubicBezTo>
                    <a:pt x="2520889" y="1084676"/>
                    <a:pt x="2491440" y="1055227"/>
                    <a:pt x="2455112" y="1055226"/>
                  </a:cubicBezTo>
                  <a:cubicBezTo>
                    <a:pt x="2418784" y="1055227"/>
                    <a:pt x="2389334" y="1084676"/>
                    <a:pt x="2389334" y="1121004"/>
                  </a:cubicBezTo>
                  <a:close/>
                  <a:moveTo>
                    <a:pt x="1314382" y="1247024"/>
                  </a:moveTo>
                  <a:cubicBezTo>
                    <a:pt x="1314381" y="1225915"/>
                    <a:pt x="1331494" y="1208803"/>
                    <a:pt x="1352603" y="1208803"/>
                  </a:cubicBezTo>
                  <a:lnTo>
                    <a:pt x="1410313" y="1208803"/>
                  </a:lnTo>
                  <a:lnTo>
                    <a:pt x="1410313" y="1146778"/>
                  </a:lnTo>
                  <a:cubicBezTo>
                    <a:pt x="1410313" y="1145599"/>
                    <a:pt x="1410393" y="1144438"/>
                    <a:pt x="1411688" y="1143457"/>
                  </a:cubicBezTo>
                  <a:lnTo>
                    <a:pt x="1408531" y="1133444"/>
                  </a:lnTo>
                  <a:cubicBezTo>
                    <a:pt x="1410371" y="1112415"/>
                    <a:pt x="1428909" y="1096860"/>
                    <a:pt x="1449938" y="1098699"/>
                  </a:cubicBezTo>
                  <a:lnTo>
                    <a:pt x="2236821" y="1167543"/>
                  </a:lnTo>
                  <a:cubicBezTo>
                    <a:pt x="2257849" y="1169383"/>
                    <a:pt x="2273405" y="1187920"/>
                    <a:pt x="2271565" y="1208950"/>
                  </a:cubicBezTo>
                  <a:cubicBezTo>
                    <a:pt x="2269725" y="1229978"/>
                    <a:pt x="2251187" y="1245533"/>
                    <a:pt x="2230159" y="1243693"/>
                  </a:cubicBezTo>
                  <a:cubicBezTo>
                    <a:pt x="1973864" y="1221271"/>
                    <a:pt x="1717570" y="1198849"/>
                    <a:pt x="1461275" y="1176426"/>
                  </a:cubicBezTo>
                  <a:lnTo>
                    <a:pt x="1461274" y="1208803"/>
                  </a:lnTo>
                  <a:lnTo>
                    <a:pt x="1518985" y="1208803"/>
                  </a:lnTo>
                  <a:cubicBezTo>
                    <a:pt x="1540095" y="1208802"/>
                    <a:pt x="1557205" y="1225915"/>
                    <a:pt x="1557206" y="1247025"/>
                  </a:cubicBezTo>
                  <a:lnTo>
                    <a:pt x="1557207" y="1247023"/>
                  </a:lnTo>
                  <a:cubicBezTo>
                    <a:pt x="1557207" y="1268132"/>
                    <a:pt x="1540095" y="1285244"/>
                    <a:pt x="1518986" y="1285244"/>
                  </a:cubicBezTo>
                  <a:cubicBezTo>
                    <a:pt x="1499749" y="1285244"/>
                    <a:pt x="1480511" y="1285243"/>
                    <a:pt x="1461275" y="1285244"/>
                  </a:cubicBezTo>
                  <a:lnTo>
                    <a:pt x="1461275" y="1337600"/>
                  </a:lnTo>
                  <a:lnTo>
                    <a:pt x="1518985" y="1337600"/>
                  </a:lnTo>
                  <a:cubicBezTo>
                    <a:pt x="1540095" y="1337600"/>
                    <a:pt x="1557206" y="1354713"/>
                    <a:pt x="1557206" y="1375821"/>
                  </a:cubicBezTo>
                  <a:lnTo>
                    <a:pt x="1557207" y="1375820"/>
                  </a:lnTo>
                  <a:cubicBezTo>
                    <a:pt x="1557206" y="1396928"/>
                    <a:pt x="1540095" y="1414041"/>
                    <a:pt x="1518986" y="1414041"/>
                  </a:cubicBezTo>
                  <a:cubicBezTo>
                    <a:pt x="1499750" y="1414041"/>
                    <a:pt x="1480511" y="1414041"/>
                    <a:pt x="1461275" y="1414042"/>
                  </a:cubicBezTo>
                  <a:lnTo>
                    <a:pt x="1461275" y="1466398"/>
                  </a:lnTo>
                  <a:lnTo>
                    <a:pt x="1518985" y="1466398"/>
                  </a:lnTo>
                  <a:cubicBezTo>
                    <a:pt x="1540095" y="1466398"/>
                    <a:pt x="1557206" y="1483509"/>
                    <a:pt x="1557206" y="1504618"/>
                  </a:cubicBezTo>
                  <a:lnTo>
                    <a:pt x="1557207" y="1504619"/>
                  </a:lnTo>
                  <a:cubicBezTo>
                    <a:pt x="1557207" y="1525727"/>
                    <a:pt x="1540094" y="1542838"/>
                    <a:pt x="1518986" y="1542839"/>
                  </a:cubicBezTo>
                  <a:cubicBezTo>
                    <a:pt x="1499749" y="1542839"/>
                    <a:pt x="1480511" y="1542838"/>
                    <a:pt x="1461275" y="1542839"/>
                  </a:cubicBezTo>
                  <a:lnTo>
                    <a:pt x="1461274" y="1575412"/>
                  </a:lnTo>
                  <a:lnTo>
                    <a:pt x="2226550" y="1494978"/>
                  </a:lnTo>
                  <a:cubicBezTo>
                    <a:pt x="2247542" y="1492772"/>
                    <a:pt x="2266350" y="1508001"/>
                    <a:pt x="2268556" y="1528995"/>
                  </a:cubicBezTo>
                  <a:cubicBezTo>
                    <a:pt x="2270763" y="1549988"/>
                    <a:pt x="2255534" y="1568794"/>
                    <a:pt x="2234542" y="1571000"/>
                  </a:cubicBezTo>
                  <a:cubicBezTo>
                    <a:pt x="1972686" y="1598522"/>
                    <a:pt x="1710833" y="1626046"/>
                    <a:pt x="1448978" y="1653567"/>
                  </a:cubicBezTo>
                  <a:cubicBezTo>
                    <a:pt x="1427984" y="1655774"/>
                    <a:pt x="1409178" y="1640544"/>
                    <a:pt x="1406971" y="1619551"/>
                  </a:cubicBezTo>
                  <a:cubicBezTo>
                    <a:pt x="1406474" y="1614827"/>
                    <a:pt x="1406862" y="1610214"/>
                    <a:pt x="1410805" y="1606610"/>
                  </a:cubicBezTo>
                  <a:lnTo>
                    <a:pt x="1410312" y="1605422"/>
                  </a:lnTo>
                  <a:lnTo>
                    <a:pt x="1410312" y="1542839"/>
                  </a:lnTo>
                  <a:lnTo>
                    <a:pt x="1352603" y="1542841"/>
                  </a:lnTo>
                  <a:cubicBezTo>
                    <a:pt x="1331494" y="1542841"/>
                    <a:pt x="1314382" y="1525729"/>
                    <a:pt x="1314382" y="1504619"/>
                  </a:cubicBezTo>
                  <a:cubicBezTo>
                    <a:pt x="1314382" y="1483510"/>
                    <a:pt x="1331493" y="1466397"/>
                    <a:pt x="1352603" y="1466398"/>
                  </a:cubicBezTo>
                  <a:lnTo>
                    <a:pt x="1410312" y="1466398"/>
                  </a:lnTo>
                  <a:lnTo>
                    <a:pt x="1410313" y="1414042"/>
                  </a:lnTo>
                  <a:lnTo>
                    <a:pt x="1352603" y="1414042"/>
                  </a:lnTo>
                  <a:cubicBezTo>
                    <a:pt x="1331494" y="1414041"/>
                    <a:pt x="1314383" y="1396930"/>
                    <a:pt x="1314382" y="1375820"/>
                  </a:cubicBezTo>
                  <a:cubicBezTo>
                    <a:pt x="1314383" y="1354713"/>
                    <a:pt x="1331494" y="1337600"/>
                    <a:pt x="1352603" y="1337601"/>
                  </a:cubicBezTo>
                  <a:lnTo>
                    <a:pt x="1410312" y="1337600"/>
                  </a:lnTo>
                  <a:lnTo>
                    <a:pt x="1410312" y="1285244"/>
                  </a:lnTo>
                  <a:lnTo>
                    <a:pt x="1352603" y="1285244"/>
                  </a:lnTo>
                  <a:cubicBezTo>
                    <a:pt x="1331494" y="1285244"/>
                    <a:pt x="1314381" y="1268133"/>
                    <a:pt x="1314382" y="1247024"/>
                  </a:cubicBezTo>
                  <a:close/>
                  <a:moveTo>
                    <a:pt x="1171967" y="72000"/>
                  </a:moveTo>
                  <a:lnTo>
                    <a:pt x="1171967" y="288000"/>
                  </a:lnTo>
                  <a:cubicBezTo>
                    <a:pt x="1171967" y="327765"/>
                    <a:pt x="1204202" y="360000"/>
                    <a:pt x="1243967" y="360000"/>
                  </a:cubicBezTo>
                  <a:cubicBezTo>
                    <a:pt x="1283732" y="360000"/>
                    <a:pt x="1315967" y="327765"/>
                    <a:pt x="1315967" y="288000"/>
                  </a:cubicBezTo>
                  <a:lnTo>
                    <a:pt x="1315967" y="72000"/>
                  </a:lnTo>
                  <a:cubicBezTo>
                    <a:pt x="1315967" y="32235"/>
                    <a:pt x="1283732" y="0"/>
                    <a:pt x="1243967" y="0"/>
                  </a:cubicBezTo>
                  <a:cubicBezTo>
                    <a:pt x="1204202" y="0"/>
                    <a:pt x="1171967" y="32235"/>
                    <a:pt x="1171967" y="72000"/>
                  </a:cubicBezTo>
                  <a:close/>
                  <a:moveTo>
                    <a:pt x="1171966" y="2470049"/>
                  </a:moveTo>
                  <a:lnTo>
                    <a:pt x="1171966" y="2686049"/>
                  </a:lnTo>
                  <a:cubicBezTo>
                    <a:pt x="1171966" y="2725814"/>
                    <a:pt x="1204201" y="2758049"/>
                    <a:pt x="1243966" y="2758049"/>
                  </a:cubicBezTo>
                  <a:cubicBezTo>
                    <a:pt x="1283731" y="2758049"/>
                    <a:pt x="1315966" y="2725814"/>
                    <a:pt x="1315966" y="2686049"/>
                  </a:cubicBezTo>
                  <a:lnTo>
                    <a:pt x="1315966" y="2470049"/>
                  </a:lnTo>
                  <a:cubicBezTo>
                    <a:pt x="1315966" y="2430284"/>
                    <a:pt x="1283731" y="2398049"/>
                    <a:pt x="1243966" y="2398049"/>
                  </a:cubicBezTo>
                  <a:cubicBezTo>
                    <a:pt x="1204201" y="2398049"/>
                    <a:pt x="1171966" y="2430284"/>
                    <a:pt x="1171966" y="2470049"/>
                  </a:cubicBezTo>
                  <a:close/>
                  <a:moveTo>
                    <a:pt x="515345" y="1370958"/>
                  </a:moveTo>
                  <a:cubicBezTo>
                    <a:pt x="515344" y="1558300"/>
                    <a:pt x="586814" y="1745642"/>
                    <a:pt x="729750" y="1888579"/>
                  </a:cubicBezTo>
                  <a:cubicBezTo>
                    <a:pt x="1015625" y="2174454"/>
                    <a:pt x="1479119" y="2174454"/>
                    <a:pt x="1764994" y="1888580"/>
                  </a:cubicBezTo>
                  <a:lnTo>
                    <a:pt x="1940572" y="1713001"/>
                  </a:lnTo>
                  <a:lnTo>
                    <a:pt x="2136413" y="1713002"/>
                  </a:lnTo>
                  <a:cubicBezTo>
                    <a:pt x="2215124" y="1713001"/>
                    <a:pt x="2278929" y="1649195"/>
                    <a:pt x="2278929" y="1570486"/>
                  </a:cubicBezTo>
                  <a:lnTo>
                    <a:pt x="2278929" y="1374645"/>
                  </a:lnTo>
                  <a:lnTo>
                    <a:pt x="2282614" y="1370959"/>
                  </a:lnTo>
                  <a:lnTo>
                    <a:pt x="2278929" y="1367272"/>
                  </a:lnTo>
                  <a:lnTo>
                    <a:pt x="2278929" y="1171432"/>
                  </a:lnTo>
                  <a:cubicBezTo>
                    <a:pt x="2278929" y="1092722"/>
                    <a:pt x="2215123" y="1028916"/>
                    <a:pt x="2136413" y="1028916"/>
                  </a:cubicBezTo>
                  <a:lnTo>
                    <a:pt x="1940571" y="1028916"/>
                  </a:lnTo>
                  <a:cubicBezTo>
                    <a:pt x="1882045" y="970390"/>
                    <a:pt x="1823519" y="911862"/>
                    <a:pt x="1764993" y="853336"/>
                  </a:cubicBezTo>
                  <a:cubicBezTo>
                    <a:pt x="1479118" y="567461"/>
                    <a:pt x="1015625" y="567462"/>
                    <a:pt x="729750" y="853336"/>
                  </a:cubicBezTo>
                  <a:cubicBezTo>
                    <a:pt x="586813" y="996273"/>
                    <a:pt x="515344" y="1183616"/>
                    <a:pt x="515345" y="1370958"/>
                  </a:cubicBezTo>
                  <a:close/>
                  <a:moveTo>
                    <a:pt x="388776" y="2386770"/>
                  </a:moveTo>
                  <a:cubicBezTo>
                    <a:pt x="388776" y="2405196"/>
                    <a:pt x="395805" y="2423622"/>
                    <a:pt x="409865" y="2437681"/>
                  </a:cubicBezTo>
                  <a:cubicBezTo>
                    <a:pt x="437983" y="2465800"/>
                    <a:pt x="483570" y="2465800"/>
                    <a:pt x="511688" y="2437681"/>
                  </a:cubicBezTo>
                  <a:lnTo>
                    <a:pt x="664423" y="2284946"/>
                  </a:lnTo>
                  <a:cubicBezTo>
                    <a:pt x="692541" y="2256828"/>
                    <a:pt x="692541" y="2211241"/>
                    <a:pt x="664423" y="2183123"/>
                  </a:cubicBezTo>
                  <a:cubicBezTo>
                    <a:pt x="636305" y="2155005"/>
                    <a:pt x="590718" y="2155005"/>
                    <a:pt x="562599" y="2183123"/>
                  </a:cubicBezTo>
                  <a:lnTo>
                    <a:pt x="409865" y="2335858"/>
                  </a:lnTo>
                  <a:cubicBezTo>
                    <a:pt x="395805" y="2349917"/>
                    <a:pt x="388776" y="2368343"/>
                    <a:pt x="388776" y="2386770"/>
                  </a:cubicBezTo>
                  <a:close/>
                  <a:moveTo>
                    <a:pt x="388776" y="365689"/>
                  </a:moveTo>
                  <a:cubicBezTo>
                    <a:pt x="388776" y="384115"/>
                    <a:pt x="395805" y="402541"/>
                    <a:pt x="409865" y="416600"/>
                  </a:cubicBezTo>
                  <a:lnTo>
                    <a:pt x="562599" y="569335"/>
                  </a:lnTo>
                  <a:cubicBezTo>
                    <a:pt x="590718" y="597454"/>
                    <a:pt x="636305" y="597454"/>
                    <a:pt x="664423" y="569335"/>
                  </a:cubicBezTo>
                  <a:cubicBezTo>
                    <a:pt x="692541" y="541217"/>
                    <a:pt x="692541" y="495630"/>
                    <a:pt x="664423" y="467512"/>
                  </a:cubicBezTo>
                  <a:lnTo>
                    <a:pt x="511688" y="314777"/>
                  </a:lnTo>
                  <a:cubicBezTo>
                    <a:pt x="483570" y="286659"/>
                    <a:pt x="437983" y="286659"/>
                    <a:pt x="409865" y="314777"/>
                  </a:cubicBezTo>
                  <a:cubicBezTo>
                    <a:pt x="395805" y="328836"/>
                    <a:pt x="388776" y="347262"/>
                    <a:pt x="388776" y="365689"/>
                  </a:cubicBezTo>
                  <a:close/>
                  <a:moveTo>
                    <a:pt x="0" y="1379024"/>
                  </a:moveTo>
                  <a:cubicBezTo>
                    <a:pt x="0" y="1418789"/>
                    <a:pt x="32235" y="1451024"/>
                    <a:pt x="72000" y="1451024"/>
                  </a:cubicBezTo>
                  <a:lnTo>
                    <a:pt x="288000" y="1451024"/>
                  </a:lnTo>
                  <a:cubicBezTo>
                    <a:pt x="327765" y="1451024"/>
                    <a:pt x="360000" y="1418789"/>
                    <a:pt x="360000" y="1379024"/>
                  </a:cubicBezTo>
                  <a:cubicBezTo>
                    <a:pt x="360000" y="1339259"/>
                    <a:pt x="327765" y="1307024"/>
                    <a:pt x="288000" y="1307024"/>
                  </a:cubicBezTo>
                  <a:lnTo>
                    <a:pt x="72000" y="1307024"/>
                  </a:lnTo>
                  <a:cubicBezTo>
                    <a:pt x="32235" y="1307024"/>
                    <a:pt x="0" y="1339259"/>
                    <a:pt x="0" y="137902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sp>
        <p:nvSpPr>
          <p:cNvPr id="20" name="Title 21">
            <a:extLst>
              <a:ext uri="{FF2B5EF4-FFF2-40B4-BE49-F238E27FC236}">
                <a16:creationId xmlns:a16="http://schemas.microsoft.com/office/drawing/2014/main" id="{C07295C3-7486-4595-86DD-1245887C74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9401" y="235925"/>
            <a:ext cx="11573197" cy="728144"/>
          </a:xfrm>
          <a:prstGeom prst="rect">
            <a:avLst/>
          </a:prstGeom>
        </p:spPr>
        <p:txBody>
          <a:bodyPr/>
          <a:lstStyle>
            <a:lvl1pPr>
              <a:defRPr lang="en-CA" sz="4400" b="0" kern="120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title</a:t>
            </a:r>
            <a:endParaRPr lang="en-CA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293E1B1-DB19-4B32-90E6-C559D21B5C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55925" y="1097913"/>
            <a:ext cx="8926513" cy="46250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441613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Images &amp; Contents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7D0EB80-5ACB-4B75-B1FE-BC47C43D140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4616" y="-10133"/>
            <a:ext cx="12196616" cy="3570514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C2375C0B-9A4C-42FF-991E-CA66F2BCF79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67719" y="1414993"/>
            <a:ext cx="2025659" cy="351114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3922791-61F5-4C3F-AE27-CD5808E027A2}"/>
              </a:ext>
            </a:extLst>
          </p:cNvPr>
          <p:cNvGrpSpPr/>
          <p:nvPr/>
        </p:nvGrpSpPr>
        <p:grpSpPr>
          <a:xfrm flipH="1">
            <a:off x="8017031" y="1017621"/>
            <a:ext cx="2861829" cy="2625907"/>
            <a:chOff x="837241" y="2338238"/>
            <a:chExt cx="4340280" cy="398247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D95E0F6-4614-4CD0-8E7B-06935E403267}"/>
                </a:ext>
              </a:extLst>
            </p:cNvPr>
            <p:cNvSpPr/>
            <p:nvPr/>
          </p:nvSpPr>
          <p:spPr>
            <a:xfrm>
              <a:off x="837241" y="2338238"/>
              <a:ext cx="4340280" cy="3982478"/>
            </a:xfrm>
            <a:custGeom>
              <a:avLst/>
              <a:gdLst>
                <a:gd name="connsiteX0" fmla="*/ 2649379 w 2657475"/>
                <a:gd name="connsiteY0" fmla="*/ 2105847 h 2438400"/>
                <a:gd name="connsiteX1" fmla="*/ 2644616 w 2657475"/>
                <a:gd name="connsiteY1" fmla="*/ 2094417 h 2438400"/>
                <a:gd name="connsiteX2" fmla="*/ 2649379 w 2657475"/>
                <a:gd name="connsiteY2" fmla="*/ 2070604 h 2438400"/>
                <a:gd name="connsiteX3" fmla="*/ 2644616 w 2657475"/>
                <a:gd name="connsiteY3" fmla="*/ 2062984 h 2438400"/>
                <a:gd name="connsiteX4" fmla="*/ 2630329 w 2657475"/>
                <a:gd name="connsiteY4" fmla="*/ 2055364 h 2438400"/>
                <a:gd name="connsiteX5" fmla="*/ 2633186 w 2657475"/>
                <a:gd name="connsiteY5" fmla="*/ 2039172 h 2438400"/>
                <a:gd name="connsiteX6" fmla="*/ 2628424 w 2657475"/>
                <a:gd name="connsiteY6" fmla="*/ 2032504 h 2438400"/>
                <a:gd name="connsiteX7" fmla="*/ 2620804 w 2657475"/>
                <a:gd name="connsiteY7" fmla="*/ 2029647 h 2438400"/>
                <a:gd name="connsiteX8" fmla="*/ 2576036 w 2657475"/>
                <a:gd name="connsiteY8" fmla="*/ 1994404 h 2438400"/>
                <a:gd name="connsiteX9" fmla="*/ 2450306 w 2657475"/>
                <a:gd name="connsiteY9" fmla="*/ 2037267 h 2438400"/>
                <a:gd name="connsiteX10" fmla="*/ 2367439 w 2657475"/>
                <a:gd name="connsiteY10" fmla="*/ 2059175 h 2438400"/>
                <a:gd name="connsiteX11" fmla="*/ 2388394 w 2657475"/>
                <a:gd name="connsiteY11" fmla="*/ 2002025 h 2438400"/>
                <a:gd name="connsiteX12" fmla="*/ 2333149 w 2657475"/>
                <a:gd name="connsiteY12" fmla="*/ 1995357 h 2438400"/>
                <a:gd name="connsiteX13" fmla="*/ 2230279 w 2657475"/>
                <a:gd name="connsiteY13" fmla="*/ 2017264 h 2438400"/>
                <a:gd name="connsiteX14" fmla="*/ 2156936 w 2657475"/>
                <a:gd name="connsiteY14" fmla="*/ 2010597 h 2438400"/>
                <a:gd name="connsiteX15" fmla="*/ 2101691 w 2657475"/>
                <a:gd name="connsiteY15" fmla="*/ 2037267 h 2438400"/>
                <a:gd name="connsiteX16" fmla="*/ 1998821 w 2657475"/>
                <a:gd name="connsiteY16" fmla="*/ 1897250 h 2438400"/>
                <a:gd name="connsiteX17" fmla="*/ 2027396 w 2657475"/>
                <a:gd name="connsiteY17" fmla="*/ 1709607 h 2438400"/>
                <a:gd name="connsiteX18" fmla="*/ 2015966 w 2657475"/>
                <a:gd name="connsiteY18" fmla="*/ 1630550 h 2438400"/>
                <a:gd name="connsiteX19" fmla="*/ 1779746 w 2657475"/>
                <a:gd name="connsiteY19" fmla="*/ 1366707 h 2438400"/>
                <a:gd name="connsiteX20" fmla="*/ 1827371 w 2657475"/>
                <a:gd name="connsiteY20" fmla="*/ 1300032 h 2438400"/>
                <a:gd name="connsiteX21" fmla="*/ 1854041 w 2657475"/>
                <a:gd name="connsiteY21" fmla="*/ 1255264 h 2438400"/>
                <a:gd name="connsiteX22" fmla="*/ 1841659 w 2657475"/>
                <a:gd name="connsiteY22" fmla="*/ 1220022 h 2438400"/>
                <a:gd name="connsiteX23" fmla="*/ 1834991 w 2657475"/>
                <a:gd name="connsiteY23" fmla="*/ 1188589 h 2438400"/>
                <a:gd name="connsiteX24" fmla="*/ 1833086 w 2657475"/>
                <a:gd name="connsiteY24" fmla="*/ 1147632 h 2438400"/>
                <a:gd name="connsiteX25" fmla="*/ 1799749 w 2657475"/>
                <a:gd name="connsiteY25" fmla="*/ 1114294 h 2438400"/>
                <a:gd name="connsiteX26" fmla="*/ 1774031 w 2657475"/>
                <a:gd name="connsiteY26" fmla="*/ 1078099 h 2438400"/>
                <a:gd name="connsiteX27" fmla="*/ 1723549 w 2657475"/>
                <a:gd name="connsiteY27" fmla="*/ 1099054 h 2438400"/>
                <a:gd name="connsiteX28" fmla="*/ 1654016 w 2657475"/>
                <a:gd name="connsiteY28" fmla="*/ 1186684 h 2438400"/>
                <a:gd name="connsiteX29" fmla="*/ 1637824 w 2657475"/>
                <a:gd name="connsiteY29" fmla="*/ 1186684 h 2438400"/>
                <a:gd name="connsiteX30" fmla="*/ 1458754 w 2657475"/>
                <a:gd name="connsiteY30" fmla="*/ 1060954 h 2438400"/>
                <a:gd name="connsiteX31" fmla="*/ 1353979 w 2657475"/>
                <a:gd name="connsiteY31" fmla="*/ 1099054 h 2438400"/>
                <a:gd name="connsiteX32" fmla="*/ 1339691 w 2657475"/>
                <a:gd name="connsiteY32" fmla="*/ 1081909 h 2438400"/>
                <a:gd name="connsiteX33" fmla="*/ 1256824 w 2657475"/>
                <a:gd name="connsiteY33" fmla="*/ 1012377 h 2438400"/>
                <a:gd name="connsiteX34" fmla="*/ 1223486 w 2657475"/>
                <a:gd name="connsiteY34" fmla="*/ 958084 h 2438400"/>
                <a:gd name="connsiteX35" fmla="*/ 1261586 w 2657475"/>
                <a:gd name="connsiteY35" fmla="*/ 899029 h 2438400"/>
                <a:gd name="connsiteX36" fmla="*/ 1299686 w 2657475"/>
                <a:gd name="connsiteY36" fmla="*/ 920937 h 2438400"/>
                <a:gd name="connsiteX37" fmla="*/ 1358741 w 2657475"/>
                <a:gd name="connsiteY37" fmla="*/ 916174 h 2438400"/>
                <a:gd name="connsiteX38" fmla="*/ 1366361 w 2657475"/>
                <a:gd name="connsiteY38" fmla="*/ 887599 h 2438400"/>
                <a:gd name="connsiteX39" fmla="*/ 1399699 w 2657475"/>
                <a:gd name="connsiteY39" fmla="*/ 889504 h 2438400"/>
                <a:gd name="connsiteX40" fmla="*/ 1412081 w 2657475"/>
                <a:gd name="connsiteY40" fmla="*/ 865692 h 2438400"/>
                <a:gd name="connsiteX41" fmla="*/ 1440656 w 2657475"/>
                <a:gd name="connsiteY41" fmla="*/ 860929 h 2438400"/>
                <a:gd name="connsiteX42" fmla="*/ 1452086 w 2657475"/>
                <a:gd name="connsiteY42" fmla="*/ 830449 h 2438400"/>
                <a:gd name="connsiteX43" fmla="*/ 1497806 w 2657475"/>
                <a:gd name="connsiteY43" fmla="*/ 825687 h 2438400"/>
                <a:gd name="connsiteX44" fmla="*/ 1513999 w 2657475"/>
                <a:gd name="connsiteY44" fmla="*/ 797112 h 2438400"/>
                <a:gd name="connsiteX45" fmla="*/ 1520666 w 2657475"/>
                <a:gd name="connsiteY45" fmla="*/ 687574 h 2438400"/>
                <a:gd name="connsiteX46" fmla="*/ 1560671 w 2657475"/>
                <a:gd name="connsiteY46" fmla="*/ 654237 h 2438400"/>
                <a:gd name="connsiteX47" fmla="*/ 1667351 w 2657475"/>
                <a:gd name="connsiteY47" fmla="*/ 541842 h 2438400"/>
                <a:gd name="connsiteX48" fmla="*/ 1674019 w 2657475"/>
                <a:gd name="connsiteY48" fmla="*/ 578037 h 2438400"/>
                <a:gd name="connsiteX49" fmla="*/ 1697831 w 2657475"/>
                <a:gd name="connsiteY49" fmla="*/ 511362 h 2438400"/>
                <a:gd name="connsiteX50" fmla="*/ 1718786 w 2657475"/>
                <a:gd name="connsiteY50" fmla="*/ 552319 h 2438400"/>
                <a:gd name="connsiteX51" fmla="*/ 1749266 w 2657475"/>
                <a:gd name="connsiteY51" fmla="*/ 473262 h 2438400"/>
                <a:gd name="connsiteX52" fmla="*/ 1768316 w 2657475"/>
                <a:gd name="connsiteY52" fmla="*/ 552319 h 2438400"/>
                <a:gd name="connsiteX53" fmla="*/ 1777841 w 2657475"/>
                <a:gd name="connsiteY53" fmla="*/ 436114 h 2438400"/>
                <a:gd name="connsiteX54" fmla="*/ 1744504 w 2657475"/>
                <a:gd name="connsiteY54" fmla="*/ 324672 h 2438400"/>
                <a:gd name="connsiteX55" fmla="*/ 1623536 w 2657475"/>
                <a:gd name="connsiteY55" fmla="*/ 188464 h 2438400"/>
                <a:gd name="connsiteX56" fmla="*/ 1264444 w 2657475"/>
                <a:gd name="connsiteY56" fmla="*/ 7489 h 2438400"/>
                <a:gd name="connsiteX57" fmla="*/ 845344 w 2657475"/>
                <a:gd name="connsiteY57" fmla="*/ 407539 h 2438400"/>
                <a:gd name="connsiteX58" fmla="*/ 673894 w 2657475"/>
                <a:gd name="connsiteY58" fmla="*/ 515172 h 2438400"/>
                <a:gd name="connsiteX59" fmla="*/ 432911 w 2657475"/>
                <a:gd name="connsiteY59" fmla="*/ 683764 h 2438400"/>
                <a:gd name="connsiteX60" fmla="*/ 328136 w 2657475"/>
                <a:gd name="connsiteY60" fmla="*/ 871407 h 2438400"/>
                <a:gd name="connsiteX61" fmla="*/ 210979 w 2657475"/>
                <a:gd name="connsiteY61" fmla="*/ 1068574 h 2438400"/>
                <a:gd name="connsiteX62" fmla="*/ 90964 w 2657475"/>
                <a:gd name="connsiteY62" fmla="*/ 1174302 h 2438400"/>
                <a:gd name="connsiteX63" fmla="*/ 133826 w 2657475"/>
                <a:gd name="connsiteY63" fmla="*/ 1162872 h 2438400"/>
                <a:gd name="connsiteX64" fmla="*/ 16669 w 2657475"/>
                <a:gd name="connsiteY64" fmla="*/ 1445764 h 2438400"/>
                <a:gd name="connsiteX65" fmla="*/ 64294 w 2657475"/>
                <a:gd name="connsiteY65" fmla="*/ 1400997 h 2438400"/>
                <a:gd name="connsiteX66" fmla="*/ 38576 w 2657475"/>
                <a:gd name="connsiteY66" fmla="*/ 1543872 h 2438400"/>
                <a:gd name="connsiteX67" fmla="*/ 7144 w 2657475"/>
                <a:gd name="connsiteY67" fmla="*/ 1769614 h 2438400"/>
                <a:gd name="connsiteX68" fmla="*/ 57626 w 2657475"/>
                <a:gd name="connsiteY68" fmla="*/ 1696272 h 2438400"/>
                <a:gd name="connsiteX69" fmla="*/ 10001 w 2657475"/>
                <a:gd name="connsiteY69" fmla="*/ 1889629 h 2438400"/>
                <a:gd name="connsiteX70" fmla="*/ 64294 w 2657475"/>
                <a:gd name="connsiteY70" fmla="*/ 1791522 h 2438400"/>
                <a:gd name="connsiteX71" fmla="*/ 32861 w 2657475"/>
                <a:gd name="connsiteY71" fmla="*/ 2001072 h 2438400"/>
                <a:gd name="connsiteX72" fmla="*/ 68104 w 2657475"/>
                <a:gd name="connsiteY72" fmla="*/ 2184905 h 2438400"/>
                <a:gd name="connsiteX73" fmla="*/ 147161 w 2657475"/>
                <a:gd name="connsiteY73" fmla="*/ 2175380 h 2438400"/>
                <a:gd name="connsiteX74" fmla="*/ 347186 w 2657475"/>
                <a:gd name="connsiteY74" fmla="*/ 2429697 h 2438400"/>
                <a:gd name="connsiteX75" fmla="*/ 718661 w 2657475"/>
                <a:gd name="connsiteY75" fmla="*/ 2391597 h 2438400"/>
                <a:gd name="connsiteX76" fmla="*/ 816769 w 2657475"/>
                <a:gd name="connsiteY76" fmla="*/ 2322064 h 2438400"/>
                <a:gd name="connsiteX77" fmla="*/ 890111 w 2657475"/>
                <a:gd name="connsiteY77" fmla="*/ 2264914 h 2438400"/>
                <a:gd name="connsiteX78" fmla="*/ 940594 w 2657475"/>
                <a:gd name="connsiteY78" fmla="*/ 2243007 h 2438400"/>
                <a:gd name="connsiteX79" fmla="*/ 994886 w 2657475"/>
                <a:gd name="connsiteY79" fmla="*/ 2226814 h 2438400"/>
                <a:gd name="connsiteX80" fmla="*/ 1011079 w 2657475"/>
                <a:gd name="connsiteY80" fmla="*/ 2160139 h 2438400"/>
                <a:gd name="connsiteX81" fmla="*/ 1032986 w 2657475"/>
                <a:gd name="connsiteY81" fmla="*/ 2143947 h 2438400"/>
                <a:gd name="connsiteX82" fmla="*/ 1042511 w 2657475"/>
                <a:gd name="connsiteY82" fmla="*/ 2089654 h 2438400"/>
                <a:gd name="connsiteX83" fmla="*/ 1052036 w 2657475"/>
                <a:gd name="connsiteY83" fmla="*/ 2022979 h 2438400"/>
                <a:gd name="connsiteX84" fmla="*/ 1061561 w 2657475"/>
                <a:gd name="connsiteY84" fmla="*/ 1930587 h 2438400"/>
                <a:gd name="connsiteX85" fmla="*/ 1087279 w 2657475"/>
                <a:gd name="connsiteY85" fmla="*/ 1866769 h 2438400"/>
                <a:gd name="connsiteX86" fmla="*/ 1306354 w 2657475"/>
                <a:gd name="connsiteY86" fmla="*/ 1606737 h 2438400"/>
                <a:gd name="connsiteX87" fmla="*/ 1382554 w 2657475"/>
                <a:gd name="connsiteY87" fmla="*/ 1561969 h 2438400"/>
                <a:gd name="connsiteX88" fmla="*/ 1413986 w 2657475"/>
                <a:gd name="connsiteY88" fmla="*/ 1578162 h 2438400"/>
                <a:gd name="connsiteX89" fmla="*/ 1615916 w 2657475"/>
                <a:gd name="connsiteY89" fmla="*/ 1890582 h 2438400"/>
                <a:gd name="connsiteX90" fmla="*/ 1768316 w 2657475"/>
                <a:gd name="connsiteY90" fmla="*/ 2219194 h 2438400"/>
                <a:gd name="connsiteX91" fmla="*/ 1804511 w 2657475"/>
                <a:gd name="connsiteY91" fmla="*/ 2371594 h 2438400"/>
                <a:gd name="connsiteX92" fmla="*/ 1925479 w 2657475"/>
                <a:gd name="connsiteY92" fmla="*/ 2350639 h 2438400"/>
                <a:gd name="connsiteX93" fmla="*/ 1958816 w 2657475"/>
                <a:gd name="connsiteY93" fmla="*/ 2317302 h 2438400"/>
                <a:gd name="connsiteX94" fmla="*/ 2009299 w 2657475"/>
                <a:gd name="connsiteY94" fmla="*/ 2347782 h 2438400"/>
                <a:gd name="connsiteX95" fmla="*/ 2095024 w 2657475"/>
                <a:gd name="connsiteY95" fmla="*/ 2430650 h 2438400"/>
                <a:gd name="connsiteX96" fmla="*/ 2230279 w 2657475"/>
                <a:gd name="connsiteY96" fmla="*/ 2363975 h 2438400"/>
                <a:gd name="connsiteX97" fmla="*/ 2435066 w 2657475"/>
                <a:gd name="connsiteY97" fmla="*/ 2283012 h 2438400"/>
                <a:gd name="connsiteX98" fmla="*/ 2546509 w 2657475"/>
                <a:gd name="connsiteY98" fmla="*/ 2227767 h 2438400"/>
                <a:gd name="connsiteX99" fmla="*/ 2630329 w 2657475"/>
                <a:gd name="connsiteY99" fmla="*/ 2172522 h 2438400"/>
                <a:gd name="connsiteX100" fmla="*/ 2647474 w 2657475"/>
                <a:gd name="connsiteY100" fmla="*/ 2161092 h 2438400"/>
                <a:gd name="connsiteX101" fmla="*/ 2647474 w 2657475"/>
                <a:gd name="connsiteY101" fmla="*/ 2143947 h 2438400"/>
                <a:gd name="connsiteX102" fmla="*/ 2655094 w 2657475"/>
                <a:gd name="connsiteY102" fmla="*/ 2131564 h 2438400"/>
                <a:gd name="connsiteX103" fmla="*/ 2649379 w 2657475"/>
                <a:gd name="connsiteY103" fmla="*/ 2105847 h 2438400"/>
                <a:gd name="connsiteX104" fmla="*/ 918686 w 2657475"/>
                <a:gd name="connsiteY104" fmla="*/ 1436239 h 2438400"/>
                <a:gd name="connsiteX105" fmla="*/ 897731 w 2657475"/>
                <a:gd name="connsiteY105" fmla="*/ 1472434 h 2438400"/>
                <a:gd name="connsiteX106" fmla="*/ 873919 w 2657475"/>
                <a:gd name="connsiteY106" fmla="*/ 1496247 h 2438400"/>
                <a:gd name="connsiteX107" fmla="*/ 832961 w 2657475"/>
                <a:gd name="connsiteY107" fmla="*/ 1532442 h 2438400"/>
                <a:gd name="connsiteX108" fmla="*/ 804386 w 2657475"/>
                <a:gd name="connsiteY108" fmla="*/ 1537204 h 2438400"/>
                <a:gd name="connsiteX109" fmla="*/ 783431 w 2657475"/>
                <a:gd name="connsiteY109" fmla="*/ 1515297 h 2438400"/>
                <a:gd name="connsiteX110" fmla="*/ 752951 w 2657475"/>
                <a:gd name="connsiteY110" fmla="*/ 1508629 h 2438400"/>
                <a:gd name="connsiteX111" fmla="*/ 754856 w 2657475"/>
                <a:gd name="connsiteY111" fmla="*/ 1454337 h 2438400"/>
                <a:gd name="connsiteX112" fmla="*/ 826294 w 2657475"/>
                <a:gd name="connsiteY112" fmla="*/ 1399092 h 2438400"/>
                <a:gd name="connsiteX113" fmla="*/ 871061 w 2657475"/>
                <a:gd name="connsiteY113" fmla="*/ 1291459 h 2438400"/>
                <a:gd name="connsiteX114" fmla="*/ 915829 w 2657475"/>
                <a:gd name="connsiteY114" fmla="*/ 1286697 h 2438400"/>
                <a:gd name="connsiteX115" fmla="*/ 1001554 w 2657475"/>
                <a:gd name="connsiteY115" fmla="*/ 1374327 h 2438400"/>
                <a:gd name="connsiteX116" fmla="*/ 918686 w 2657475"/>
                <a:gd name="connsiteY116" fmla="*/ 1436239 h 243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2657475" h="2438400">
                  <a:moveTo>
                    <a:pt x="2649379" y="2105847"/>
                  </a:moveTo>
                  <a:lnTo>
                    <a:pt x="2644616" y="2094417"/>
                  </a:lnTo>
                  <a:lnTo>
                    <a:pt x="2649379" y="2070604"/>
                  </a:lnTo>
                  <a:lnTo>
                    <a:pt x="2644616" y="2062984"/>
                  </a:lnTo>
                  <a:lnTo>
                    <a:pt x="2630329" y="2055364"/>
                  </a:lnTo>
                  <a:lnTo>
                    <a:pt x="2633186" y="2039172"/>
                  </a:lnTo>
                  <a:lnTo>
                    <a:pt x="2628424" y="2032504"/>
                  </a:lnTo>
                  <a:lnTo>
                    <a:pt x="2620804" y="2029647"/>
                  </a:lnTo>
                  <a:cubicBezTo>
                    <a:pt x="2620804" y="2029647"/>
                    <a:pt x="2628424" y="1980117"/>
                    <a:pt x="2576036" y="1994404"/>
                  </a:cubicBezTo>
                  <a:cubicBezTo>
                    <a:pt x="2576036" y="1994404"/>
                    <a:pt x="2493169" y="2006787"/>
                    <a:pt x="2450306" y="2037267"/>
                  </a:cubicBezTo>
                  <a:cubicBezTo>
                    <a:pt x="2450306" y="2037267"/>
                    <a:pt x="2404586" y="2058222"/>
                    <a:pt x="2367439" y="2059175"/>
                  </a:cubicBezTo>
                  <a:cubicBezTo>
                    <a:pt x="2367439" y="2059175"/>
                    <a:pt x="2397919" y="2025837"/>
                    <a:pt x="2388394" y="2002025"/>
                  </a:cubicBezTo>
                  <a:cubicBezTo>
                    <a:pt x="2388394" y="2002025"/>
                    <a:pt x="2376964" y="1970592"/>
                    <a:pt x="2333149" y="1995357"/>
                  </a:cubicBezTo>
                  <a:cubicBezTo>
                    <a:pt x="2333149" y="1995357"/>
                    <a:pt x="2290286" y="2021075"/>
                    <a:pt x="2230279" y="2017264"/>
                  </a:cubicBezTo>
                  <a:cubicBezTo>
                    <a:pt x="2230279" y="2017264"/>
                    <a:pt x="2194084" y="2015359"/>
                    <a:pt x="2156936" y="2010597"/>
                  </a:cubicBezTo>
                  <a:cubicBezTo>
                    <a:pt x="2156936" y="2010597"/>
                    <a:pt x="2128361" y="2013454"/>
                    <a:pt x="2101691" y="2037267"/>
                  </a:cubicBezTo>
                  <a:cubicBezTo>
                    <a:pt x="2101691" y="2037267"/>
                    <a:pt x="2020729" y="1970592"/>
                    <a:pt x="1998821" y="1897250"/>
                  </a:cubicBezTo>
                  <a:cubicBezTo>
                    <a:pt x="1998821" y="1897250"/>
                    <a:pt x="2025491" y="1808667"/>
                    <a:pt x="2027396" y="1709607"/>
                  </a:cubicBezTo>
                  <a:cubicBezTo>
                    <a:pt x="2027396" y="1709607"/>
                    <a:pt x="2024539" y="1674364"/>
                    <a:pt x="2015966" y="1630550"/>
                  </a:cubicBezTo>
                  <a:cubicBezTo>
                    <a:pt x="2015966" y="1630550"/>
                    <a:pt x="1889284" y="1452432"/>
                    <a:pt x="1779746" y="1366707"/>
                  </a:cubicBezTo>
                  <a:cubicBezTo>
                    <a:pt x="1779746" y="1366707"/>
                    <a:pt x="1810226" y="1349562"/>
                    <a:pt x="1827371" y="1300032"/>
                  </a:cubicBezTo>
                  <a:cubicBezTo>
                    <a:pt x="1827371" y="1300032"/>
                    <a:pt x="1834991" y="1269552"/>
                    <a:pt x="1854041" y="1255264"/>
                  </a:cubicBezTo>
                  <a:cubicBezTo>
                    <a:pt x="1854041" y="1255264"/>
                    <a:pt x="1868329" y="1231452"/>
                    <a:pt x="1841659" y="1220022"/>
                  </a:cubicBezTo>
                  <a:cubicBezTo>
                    <a:pt x="1841659" y="1220022"/>
                    <a:pt x="1829276" y="1200972"/>
                    <a:pt x="1834991" y="1188589"/>
                  </a:cubicBezTo>
                  <a:cubicBezTo>
                    <a:pt x="1834991" y="1188589"/>
                    <a:pt x="1852136" y="1147632"/>
                    <a:pt x="1833086" y="1147632"/>
                  </a:cubicBezTo>
                  <a:cubicBezTo>
                    <a:pt x="1833086" y="1147632"/>
                    <a:pt x="1797844" y="1130487"/>
                    <a:pt x="1799749" y="1114294"/>
                  </a:cubicBezTo>
                  <a:cubicBezTo>
                    <a:pt x="1799749" y="1114294"/>
                    <a:pt x="1814036" y="1073337"/>
                    <a:pt x="1774031" y="1078099"/>
                  </a:cubicBezTo>
                  <a:cubicBezTo>
                    <a:pt x="1774031" y="1078099"/>
                    <a:pt x="1764506" y="1073337"/>
                    <a:pt x="1723549" y="1099054"/>
                  </a:cubicBezTo>
                  <a:cubicBezTo>
                    <a:pt x="1723549" y="1099054"/>
                    <a:pt x="1668304" y="1151442"/>
                    <a:pt x="1654016" y="1186684"/>
                  </a:cubicBezTo>
                  <a:lnTo>
                    <a:pt x="1637824" y="1186684"/>
                  </a:lnTo>
                  <a:cubicBezTo>
                    <a:pt x="1637824" y="1186684"/>
                    <a:pt x="1596866" y="1074289"/>
                    <a:pt x="1458754" y="1060954"/>
                  </a:cubicBezTo>
                  <a:cubicBezTo>
                    <a:pt x="1458754" y="1060954"/>
                    <a:pt x="1409224" y="1051429"/>
                    <a:pt x="1353979" y="1099054"/>
                  </a:cubicBezTo>
                  <a:lnTo>
                    <a:pt x="1339691" y="1081909"/>
                  </a:lnTo>
                  <a:lnTo>
                    <a:pt x="1256824" y="1012377"/>
                  </a:lnTo>
                  <a:cubicBezTo>
                    <a:pt x="1256824" y="1012377"/>
                    <a:pt x="1223486" y="1005709"/>
                    <a:pt x="1223486" y="958084"/>
                  </a:cubicBezTo>
                  <a:cubicBezTo>
                    <a:pt x="1223486" y="958084"/>
                    <a:pt x="1216819" y="907602"/>
                    <a:pt x="1261586" y="899029"/>
                  </a:cubicBezTo>
                  <a:cubicBezTo>
                    <a:pt x="1261586" y="899029"/>
                    <a:pt x="1285399" y="896172"/>
                    <a:pt x="1299686" y="920937"/>
                  </a:cubicBezTo>
                  <a:cubicBezTo>
                    <a:pt x="1299686" y="920937"/>
                    <a:pt x="1334929" y="954274"/>
                    <a:pt x="1358741" y="916174"/>
                  </a:cubicBezTo>
                  <a:cubicBezTo>
                    <a:pt x="1358741" y="916174"/>
                    <a:pt x="1361599" y="899982"/>
                    <a:pt x="1366361" y="887599"/>
                  </a:cubicBezTo>
                  <a:cubicBezTo>
                    <a:pt x="1366361" y="887599"/>
                    <a:pt x="1382554" y="897124"/>
                    <a:pt x="1399699" y="889504"/>
                  </a:cubicBezTo>
                  <a:cubicBezTo>
                    <a:pt x="1399699" y="889504"/>
                    <a:pt x="1412081" y="884742"/>
                    <a:pt x="1412081" y="865692"/>
                  </a:cubicBezTo>
                  <a:cubicBezTo>
                    <a:pt x="1412081" y="865692"/>
                    <a:pt x="1416844" y="854262"/>
                    <a:pt x="1440656" y="860929"/>
                  </a:cubicBezTo>
                  <a:cubicBezTo>
                    <a:pt x="1440656" y="860929"/>
                    <a:pt x="1450181" y="865692"/>
                    <a:pt x="1452086" y="830449"/>
                  </a:cubicBezTo>
                  <a:lnTo>
                    <a:pt x="1497806" y="825687"/>
                  </a:lnTo>
                  <a:cubicBezTo>
                    <a:pt x="1497806" y="825687"/>
                    <a:pt x="1514951" y="827592"/>
                    <a:pt x="1513999" y="797112"/>
                  </a:cubicBezTo>
                  <a:cubicBezTo>
                    <a:pt x="1513999" y="797112"/>
                    <a:pt x="1506379" y="711387"/>
                    <a:pt x="1520666" y="687574"/>
                  </a:cubicBezTo>
                  <a:cubicBezTo>
                    <a:pt x="1520666" y="687574"/>
                    <a:pt x="1533049" y="671382"/>
                    <a:pt x="1560671" y="654237"/>
                  </a:cubicBezTo>
                  <a:cubicBezTo>
                    <a:pt x="1560671" y="654237"/>
                    <a:pt x="1643539" y="604707"/>
                    <a:pt x="1667351" y="541842"/>
                  </a:cubicBezTo>
                  <a:cubicBezTo>
                    <a:pt x="1667351" y="541842"/>
                    <a:pt x="1686401" y="551367"/>
                    <a:pt x="1674019" y="578037"/>
                  </a:cubicBezTo>
                  <a:cubicBezTo>
                    <a:pt x="1674019" y="578037"/>
                    <a:pt x="1697831" y="561844"/>
                    <a:pt x="1697831" y="511362"/>
                  </a:cubicBezTo>
                  <a:cubicBezTo>
                    <a:pt x="1697831" y="511362"/>
                    <a:pt x="1721644" y="514219"/>
                    <a:pt x="1718786" y="552319"/>
                  </a:cubicBezTo>
                  <a:cubicBezTo>
                    <a:pt x="1718786" y="552319"/>
                    <a:pt x="1750219" y="506599"/>
                    <a:pt x="1749266" y="473262"/>
                  </a:cubicBezTo>
                  <a:cubicBezTo>
                    <a:pt x="1749266" y="473262"/>
                    <a:pt x="1789271" y="466594"/>
                    <a:pt x="1768316" y="552319"/>
                  </a:cubicBezTo>
                  <a:cubicBezTo>
                    <a:pt x="1768316" y="552319"/>
                    <a:pt x="1794986" y="498027"/>
                    <a:pt x="1777841" y="436114"/>
                  </a:cubicBezTo>
                  <a:cubicBezTo>
                    <a:pt x="1777841" y="436114"/>
                    <a:pt x="1763554" y="352294"/>
                    <a:pt x="1744504" y="324672"/>
                  </a:cubicBezTo>
                  <a:cubicBezTo>
                    <a:pt x="1744504" y="324672"/>
                    <a:pt x="1665446" y="183702"/>
                    <a:pt x="1623536" y="188464"/>
                  </a:cubicBezTo>
                  <a:cubicBezTo>
                    <a:pt x="1623536" y="188464"/>
                    <a:pt x="1473994" y="-2036"/>
                    <a:pt x="1264444" y="7489"/>
                  </a:cubicBezTo>
                  <a:cubicBezTo>
                    <a:pt x="1264444" y="7489"/>
                    <a:pt x="1023461" y="-11561"/>
                    <a:pt x="845344" y="407539"/>
                  </a:cubicBezTo>
                  <a:cubicBezTo>
                    <a:pt x="845344" y="407539"/>
                    <a:pt x="838676" y="461832"/>
                    <a:pt x="673894" y="515172"/>
                  </a:cubicBezTo>
                  <a:cubicBezTo>
                    <a:pt x="673894" y="515172"/>
                    <a:pt x="537686" y="543747"/>
                    <a:pt x="432911" y="683764"/>
                  </a:cubicBezTo>
                  <a:cubicBezTo>
                    <a:pt x="432911" y="683764"/>
                    <a:pt x="369094" y="766632"/>
                    <a:pt x="328136" y="871407"/>
                  </a:cubicBezTo>
                  <a:cubicBezTo>
                    <a:pt x="328136" y="871407"/>
                    <a:pt x="280511" y="1007614"/>
                    <a:pt x="210979" y="1068574"/>
                  </a:cubicBezTo>
                  <a:lnTo>
                    <a:pt x="90964" y="1174302"/>
                  </a:lnTo>
                  <a:cubicBezTo>
                    <a:pt x="97631" y="1169539"/>
                    <a:pt x="110966" y="1162872"/>
                    <a:pt x="133826" y="1162872"/>
                  </a:cubicBezTo>
                  <a:cubicBezTo>
                    <a:pt x="133826" y="1162872"/>
                    <a:pt x="35719" y="1305747"/>
                    <a:pt x="16669" y="1445764"/>
                  </a:cubicBezTo>
                  <a:cubicBezTo>
                    <a:pt x="16669" y="1445764"/>
                    <a:pt x="45244" y="1404807"/>
                    <a:pt x="64294" y="1400997"/>
                  </a:cubicBezTo>
                  <a:cubicBezTo>
                    <a:pt x="64294" y="1400997"/>
                    <a:pt x="32861" y="1461004"/>
                    <a:pt x="38576" y="1543872"/>
                  </a:cubicBezTo>
                  <a:cubicBezTo>
                    <a:pt x="38576" y="1543872"/>
                    <a:pt x="48101" y="1651504"/>
                    <a:pt x="7144" y="1769614"/>
                  </a:cubicBezTo>
                  <a:cubicBezTo>
                    <a:pt x="7144" y="1769614"/>
                    <a:pt x="32861" y="1757232"/>
                    <a:pt x="57626" y="1696272"/>
                  </a:cubicBezTo>
                  <a:cubicBezTo>
                    <a:pt x="57626" y="1696272"/>
                    <a:pt x="3334" y="1832479"/>
                    <a:pt x="10001" y="1889629"/>
                  </a:cubicBezTo>
                  <a:cubicBezTo>
                    <a:pt x="10001" y="1889629"/>
                    <a:pt x="26194" y="1803904"/>
                    <a:pt x="64294" y="1791522"/>
                  </a:cubicBezTo>
                  <a:cubicBezTo>
                    <a:pt x="64294" y="1791522"/>
                    <a:pt x="64294" y="1956304"/>
                    <a:pt x="32861" y="2001072"/>
                  </a:cubicBezTo>
                  <a:cubicBezTo>
                    <a:pt x="32861" y="2001072"/>
                    <a:pt x="64294" y="2093464"/>
                    <a:pt x="68104" y="2184905"/>
                  </a:cubicBezTo>
                  <a:lnTo>
                    <a:pt x="147161" y="2175380"/>
                  </a:lnTo>
                  <a:cubicBezTo>
                    <a:pt x="147161" y="2175380"/>
                    <a:pt x="125254" y="2382072"/>
                    <a:pt x="347186" y="2429697"/>
                  </a:cubicBezTo>
                  <a:cubicBezTo>
                    <a:pt x="347186" y="2429697"/>
                    <a:pt x="591979" y="2445889"/>
                    <a:pt x="718661" y="2391597"/>
                  </a:cubicBezTo>
                  <a:cubicBezTo>
                    <a:pt x="718661" y="2391597"/>
                    <a:pt x="794861" y="2356355"/>
                    <a:pt x="816769" y="2322064"/>
                  </a:cubicBezTo>
                  <a:cubicBezTo>
                    <a:pt x="816769" y="2322064"/>
                    <a:pt x="835819" y="2331589"/>
                    <a:pt x="890111" y="2264914"/>
                  </a:cubicBezTo>
                  <a:lnTo>
                    <a:pt x="940594" y="2243007"/>
                  </a:lnTo>
                  <a:lnTo>
                    <a:pt x="994886" y="2226814"/>
                  </a:lnTo>
                  <a:lnTo>
                    <a:pt x="1011079" y="2160139"/>
                  </a:lnTo>
                  <a:lnTo>
                    <a:pt x="1032986" y="2143947"/>
                  </a:lnTo>
                  <a:cubicBezTo>
                    <a:pt x="1032986" y="2143947"/>
                    <a:pt x="1071086" y="2146805"/>
                    <a:pt x="1042511" y="2089654"/>
                  </a:cubicBezTo>
                  <a:cubicBezTo>
                    <a:pt x="1042511" y="2089654"/>
                    <a:pt x="1020604" y="2039172"/>
                    <a:pt x="1052036" y="2022979"/>
                  </a:cubicBezTo>
                  <a:cubicBezTo>
                    <a:pt x="1052036" y="2022979"/>
                    <a:pt x="1077754" y="2013454"/>
                    <a:pt x="1061561" y="1930587"/>
                  </a:cubicBezTo>
                  <a:cubicBezTo>
                    <a:pt x="1061561" y="1930587"/>
                    <a:pt x="1052036" y="1882962"/>
                    <a:pt x="1087279" y="1866769"/>
                  </a:cubicBezTo>
                  <a:cubicBezTo>
                    <a:pt x="1087279" y="1866769"/>
                    <a:pt x="1153954" y="1831527"/>
                    <a:pt x="1306354" y="1606737"/>
                  </a:cubicBezTo>
                  <a:cubicBezTo>
                    <a:pt x="1306354" y="1606737"/>
                    <a:pt x="1351121" y="1552444"/>
                    <a:pt x="1382554" y="1561969"/>
                  </a:cubicBezTo>
                  <a:cubicBezTo>
                    <a:pt x="1382554" y="1561969"/>
                    <a:pt x="1413986" y="1540062"/>
                    <a:pt x="1413986" y="1578162"/>
                  </a:cubicBezTo>
                  <a:cubicBezTo>
                    <a:pt x="1413986" y="1578162"/>
                    <a:pt x="1488281" y="1792475"/>
                    <a:pt x="1615916" y="1890582"/>
                  </a:cubicBezTo>
                  <a:cubicBezTo>
                    <a:pt x="1615916" y="1890582"/>
                    <a:pt x="1730216" y="2060127"/>
                    <a:pt x="1768316" y="2219194"/>
                  </a:cubicBezTo>
                  <a:cubicBezTo>
                    <a:pt x="1768316" y="2219194"/>
                    <a:pt x="1755934" y="2343019"/>
                    <a:pt x="1804511" y="2371594"/>
                  </a:cubicBezTo>
                  <a:cubicBezTo>
                    <a:pt x="1804511" y="2371594"/>
                    <a:pt x="1871186" y="2412552"/>
                    <a:pt x="1925479" y="2350639"/>
                  </a:cubicBezTo>
                  <a:lnTo>
                    <a:pt x="1958816" y="2317302"/>
                  </a:lnTo>
                  <a:cubicBezTo>
                    <a:pt x="1958816" y="2317302"/>
                    <a:pt x="2003584" y="2286822"/>
                    <a:pt x="2009299" y="2347782"/>
                  </a:cubicBezTo>
                  <a:cubicBezTo>
                    <a:pt x="2009299" y="2347782"/>
                    <a:pt x="2033111" y="2431602"/>
                    <a:pt x="2095024" y="2430650"/>
                  </a:cubicBezTo>
                  <a:cubicBezTo>
                    <a:pt x="2095024" y="2430650"/>
                    <a:pt x="2154079" y="2447794"/>
                    <a:pt x="2230279" y="2363975"/>
                  </a:cubicBezTo>
                  <a:cubicBezTo>
                    <a:pt x="2230279" y="2363975"/>
                    <a:pt x="2311241" y="2300157"/>
                    <a:pt x="2435066" y="2283012"/>
                  </a:cubicBezTo>
                  <a:cubicBezTo>
                    <a:pt x="2435066" y="2283012"/>
                    <a:pt x="2504599" y="2273487"/>
                    <a:pt x="2546509" y="2227767"/>
                  </a:cubicBezTo>
                  <a:cubicBezTo>
                    <a:pt x="2546509" y="2227767"/>
                    <a:pt x="2603659" y="2182047"/>
                    <a:pt x="2630329" y="2172522"/>
                  </a:cubicBezTo>
                  <a:lnTo>
                    <a:pt x="2647474" y="2161092"/>
                  </a:lnTo>
                  <a:lnTo>
                    <a:pt x="2647474" y="2143947"/>
                  </a:lnTo>
                  <a:lnTo>
                    <a:pt x="2655094" y="2131564"/>
                  </a:lnTo>
                  <a:lnTo>
                    <a:pt x="2649379" y="2105847"/>
                  </a:lnTo>
                  <a:close/>
                  <a:moveTo>
                    <a:pt x="918686" y="1436239"/>
                  </a:moveTo>
                  <a:cubicBezTo>
                    <a:pt x="894874" y="1455289"/>
                    <a:pt x="897731" y="1472434"/>
                    <a:pt x="897731" y="1472434"/>
                  </a:cubicBezTo>
                  <a:cubicBezTo>
                    <a:pt x="895826" y="1499104"/>
                    <a:pt x="873919" y="1496247"/>
                    <a:pt x="873919" y="1496247"/>
                  </a:cubicBezTo>
                  <a:cubicBezTo>
                    <a:pt x="832961" y="1493389"/>
                    <a:pt x="832961" y="1532442"/>
                    <a:pt x="832961" y="1532442"/>
                  </a:cubicBezTo>
                  <a:cubicBezTo>
                    <a:pt x="821531" y="1551492"/>
                    <a:pt x="804386" y="1537204"/>
                    <a:pt x="804386" y="1537204"/>
                  </a:cubicBezTo>
                  <a:lnTo>
                    <a:pt x="783431" y="1515297"/>
                  </a:lnTo>
                  <a:lnTo>
                    <a:pt x="752951" y="1508629"/>
                  </a:lnTo>
                  <a:lnTo>
                    <a:pt x="754856" y="1454337"/>
                  </a:lnTo>
                  <a:cubicBezTo>
                    <a:pt x="809149" y="1435287"/>
                    <a:pt x="826294" y="1399092"/>
                    <a:pt x="826294" y="1399092"/>
                  </a:cubicBezTo>
                  <a:cubicBezTo>
                    <a:pt x="852964" y="1370517"/>
                    <a:pt x="871061" y="1291459"/>
                    <a:pt x="871061" y="1291459"/>
                  </a:cubicBezTo>
                  <a:cubicBezTo>
                    <a:pt x="901541" y="1253359"/>
                    <a:pt x="915829" y="1286697"/>
                    <a:pt x="915829" y="1286697"/>
                  </a:cubicBezTo>
                  <a:cubicBezTo>
                    <a:pt x="917734" y="1305747"/>
                    <a:pt x="1001554" y="1374327"/>
                    <a:pt x="1001554" y="1374327"/>
                  </a:cubicBezTo>
                  <a:lnTo>
                    <a:pt x="918686" y="143623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70000"/>
                  </a:schemeClr>
                </a:gs>
                <a:gs pos="100000">
                  <a:schemeClr val="accent2">
                    <a:alpha val="70000"/>
                  </a:schemeClr>
                </a:gs>
              </a:gsLst>
              <a:lin ang="14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2BC53CB-18A8-441A-95EB-C528568B8784}"/>
                </a:ext>
              </a:extLst>
            </p:cNvPr>
            <p:cNvSpPr/>
            <p:nvPr/>
          </p:nvSpPr>
          <p:spPr>
            <a:xfrm>
              <a:off x="964804" y="4244480"/>
              <a:ext cx="31113" cy="31113"/>
            </a:xfrm>
            <a:custGeom>
              <a:avLst/>
              <a:gdLst>
                <a:gd name="connsiteX0" fmla="*/ 7144 w 19050"/>
                <a:gd name="connsiteY0" fmla="*/ 11906 h 19050"/>
                <a:gd name="connsiteX1" fmla="*/ 11906 w 19050"/>
                <a:gd name="connsiteY1" fmla="*/ 7144 h 19050"/>
                <a:gd name="connsiteX2" fmla="*/ 7144 w 19050"/>
                <a:gd name="connsiteY2" fmla="*/ 1190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0" h="19050">
                  <a:moveTo>
                    <a:pt x="7144" y="11906"/>
                  </a:moveTo>
                  <a:lnTo>
                    <a:pt x="11906" y="7144"/>
                  </a:lnTo>
                  <a:cubicBezTo>
                    <a:pt x="9049" y="10001"/>
                    <a:pt x="7144" y="11906"/>
                    <a:pt x="7144" y="11906"/>
                  </a:cubicBezTo>
                  <a:close/>
                </a:path>
              </a:pathLst>
            </a:custGeom>
            <a:solidFill>
              <a:srgbClr val="A3807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C0CE5DA-FE0D-4970-8934-FEF29F7EC2B3}"/>
                </a:ext>
              </a:extLst>
            </p:cNvPr>
            <p:cNvSpPr/>
            <p:nvPr/>
          </p:nvSpPr>
          <p:spPr>
            <a:xfrm>
              <a:off x="2588649" y="2367347"/>
              <a:ext cx="933393" cy="871167"/>
            </a:xfrm>
            <a:custGeom>
              <a:avLst/>
              <a:gdLst>
                <a:gd name="connsiteX0" fmla="*/ 565468 w 571500"/>
                <a:gd name="connsiteY0" fmla="*/ 108729 h 533400"/>
                <a:gd name="connsiteX1" fmla="*/ 455930 w 571500"/>
                <a:gd name="connsiteY1" fmla="*/ 10622 h 533400"/>
                <a:gd name="connsiteX2" fmla="*/ 344488 w 571500"/>
                <a:gd name="connsiteY2" fmla="*/ 50627 h 533400"/>
                <a:gd name="connsiteX3" fmla="*/ 287338 w 571500"/>
                <a:gd name="connsiteY3" fmla="*/ 105872 h 533400"/>
                <a:gd name="connsiteX4" fmla="*/ 294005 w 571500"/>
                <a:gd name="connsiteY4" fmla="*/ 123017 h 533400"/>
                <a:gd name="connsiteX5" fmla="*/ 292100 w 571500"/>
                <a:gd name="connsiteY5" fmla="*/ 140162 h 533400"/>
                <a:gd name="connsiteX6" fmla="*/ 270193 w 571500"/>
                <a:gd name="connsiteY6" fmla="*/ 170642 h 533400"/>
                <a:gd name="connsiteX7" fmla="*/ 251143 w 571500"/>
                <a:gd name="connsiteY7" fmla="*/ 173499 h 533400"/>
                <a:gd name="connsiteX8" fmla="*/ 234950 w 571500"/>
                <a:gd name="connsiteY8" fmla="*/ 162069 h 533400"/>
                <a:gd name="connsiteX9" fmla="*/ 213995 w 571500"/>
                <a:gd name="connsiteY9" fmla="*/ 166832 h 533400"/>
                <a:gd name="connsiteX10" fmla="*/ 177800 w 571500"/>
                <a:gd name="connsiteY10" fmla="*/ 217314 h 533400"/>
                <a:gd name="connsiteX11" fmla="*/ 152083 w 571500"/>
                <a:gd name="connsiteY11" fmla="*/ 233507 h 533400"/>
                <a:gd name="connsiteX12" fmla="*/ 7302 w 571500"/>
                <a:gd name="connsiteY12" fmla="*/ 397337 h 533400"/>
                <a:gd name="connsiteX13" fmla="*/ 138748 w 571500"/>
                <a:gd name="connsiteY13" fmla="*/ 532592 h 533400"/>
                <a:gd name="connsiteX14" fmla="*/ 297815 w 571500"/>
                <a:gd name="connsiteY14" fmla="*/ 397337 h 533400"/>
                <a:gd name="connsiteX15" fmla="*/ 272098 w 571500"/>
                <a:gd name="connsiteY15" fmla="*/ 297324 h 533400"/>
                <a:gd name="connsiteX16" fmla="*/ 270193 w 571500"/>
                <a:gd name="connsiteY16" fmla="*/ 276369 h 533400"/>
                <a:gd name="connsiteX17" fmla="*/ 305435 w 571500"/>
                <a:gd name="connsiteY17" fmla="*/ 238269 h 533400"/>
                <a:gd name="connsiteX18" fmla="*/ 305435 w 571500"/>
                <a:gd name="connsiteY18" fmla="*/ 219219 h 533400"/>
                <a:gd name="connsiteX19" fmla="*/ 293053 w 571500"/>
                <a:gd name="connsiteY19" fmla="*/ 203027 h 533400"/>
                <a:gd name="connsiteX20" fmla="*/ 321628 w 571500"/>
                <a:gd name="connsiteY20" fmla="*/ 167784 h 533400"/>
                <a:gd name="connsiteX21" fmla="*/ 338773 w 571500"/>
                <a:gd name="connsiteY21" fmla="*/ 160164 h 533400"/>
                <a:gd name="connsiteX22" fmla="*/ 355918 w 571500"/>
                <a:gd name="connsiteY22" fmla="*/ 172547 h 533400"/>
                <a:gd name="connsiteX23" fmla="*/ 376873 w 571500"/>
                <a:gd name="connsiteY23" fmla="*/ 161117 h 533400"/>
                <a:gd name="connsiteX24" fmla="*/ 474028 w 571500"/>
                <a:gd name="connsiteY24" fmla="*/ 101109 h 533400"/>
                <a:gd name="connsiteX25" fmla="*/ 538798 w 571500"/>
                <a:gd name="connsiteY25" fmla="*/ 161117 h 533400"/>
                <a:gd name="connsiteX26" fmla="*/ 560705 w 571500"/>
                <a:gd name="connsiteY26" fmla="*/ 168737 h 533400"/>
                <a:gd name="connsiteX27" fmla="*/ 565468 w 571500"/>
                <a:gd name="connsiteY27" fmla="*/ 108729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1500" h="533400">
                  <a:moveTo>
                    <a:pt x="565468" y="108729"/>
                  </a:moveTo>
                  <a:cubicBezTo>
                    <a:pt x="565468" y="108729"/>
                    <a:pt x="544513" y="51579"/>
                    <a:pt x="455930" y="10622"/>
                  </a:cubicBezTo>
                  <a:cubicBezTo>
                    <a:pt x="455930" y="10622"/>
                    <a:pt x="417830" y="-10333"/>
                    <a:pt x="344488" y="50627"/>
                  </a:cubicBezTo>
                  <a:lnTo>
                    <a:pt x="287338" y="105872"/>
                  </a:lnTo>
                  <a:lnTo>
                    <a:pt x="294005" y="123017"/>
                  </a:lnTo>
                  <a:lnTo>
                    <a:pt x="292100" y="140162"/>
                  </a:lnTo>
                  <a:lnTo>
                    <a:pt x="270193" y="170642"/>
                  </a:lnTo>
                  <a:lnTo>
                    <a:pt x="251143" y="173499"/>
                  </a:lnTo>
                  <a:lnTo>
                    <a:pt x="234950" y="162069"/>
                  </a:lnTo>
                  <a:cubicBezTo>
                    <a:pt x="234950" y="162069"/>
                    <a:pt x="223520" y="154449"/>
                    <a:pt x="213995" y="166832"/>
                  </a:cubicBezTo>
                  <a:lnTo>
                    <a:pt x="177800" y="217314"/>
                  </a:lnTo>
                  <a:cubicBezTo>
                    <a:pt x="177800" y="217314"/>
                    <a:pt x="173038" y="231602"/>
                    <a:pt x="152083" y="233507"/>
                  </a:cubicBezTo>
                  <a:cubicBezTo>
                    <a:pt x="152083" y="233507"/>
                    <a:pt x="1588" y="231602"/>
                    <a:pt x="7302" y="397337"/>
                  </a:cubicBezTo>
                  <a:cubicBezTo>
                    <a:pt x="7302" y="397337"/>
                    <a:pt x="5398" y="523067"/>
                    <a:pt x="138748" y="532592"/>
                  </a:cubicBezTo>
                  <a:cubicBezTo>
                    <a:pt x="138748" y="532592"/>
                    <a:pt x="283528" y="535449"/>
                    <a:pt x="297815" y="397337"/>
                  </a:cubicBezTo>
                  <a:cubicBezTo>
                    <a:pt x="297815" y="397337"/>
                    <a:pt x="307340" y="337329"/>
                    <a:pt x="272098" y="297324"/>
                  </a:cubicBezTo>
                  <a:cubicBezTo>
                    <a:pt x="272098" y="297324"/>
                    <a:pt x="260668" y="284942"/>
                    <a:pt x="270193" y="276369"/>
                  </a:cubicBezTo>
                  <a:lnTo>
                    <a:pt x="305435" y="238269"/>
                  </a:lnTo>
                  <a:cubicBezTo>
                    <a:pt x="305435" y="238269"/>
                    <a:pt x="312103" y="233507"/>
                    <a:pt x="305435" y="219219"/>
                  </a:cubicBezTo>
                  <a:lnTo>
                    <a:pt x="293053" y="203027"/>
                  </a:lnTo>
                  <a:lnTo>
                    <a:pt x="321628" y="167784"/>
                  </a:lnTo>
                  <a:lnTo>
                    <a:pt x="338773" y="160164"/>
                  </a:lnTo>
                  <a:lnTo>
                    <a:pt x="355918" y="172547"/>
                  </a:lnTo>
                  <a:cubicBezTo>
                    <a:pt x="355918" y="172547"/>
                    <a:pt x="349250" y="177309"/>
                    <a:pt x="376873" y="161117"/>
                  </a:cubicBezTo>
                  <a:lnTo>
                    <a:pt x="474028" y="101109"/>
                  </a:lnTo>
                  <a:lnTo>
                    <a:pt x="538798" y="161117"/>
                  </a:lnTo>
                  <a:lnTo>
                    <a:pt x="560705" y="168737"/>
                  </a:lnTo>
                  <a:lnTo>
                    <a:pt x="565468" y="10872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D302B0C-C90D-4951-831A-6F5619DEF37D}"/>
                </a:ext>
              </a:extLst>
            </p:cNvPr>
            <p:cNvSpPr/>
            <p:nvPr/>
          </p:nvSpPr>
          <p:spPr>
            <a:xfrm>
              <a:off x="2582521" y="3220640"/>
              <a:ext cx="202235" cy="653375"/>
            </a:xfrm>
            <a:custGeom>
              <a:avLst/>
              <a:gdLst>
                <a:gd name="connsiteX0" fmla="*/ 102495 w 123825"/>
                <a:gd name="connsiteY0" fmla="*/ 393993 h 400050"/>
                <a:gd name="connsiteX1" fmla="*/ 102495 w 123825"/>
                <a:gd name="connsiteY1" fmla="*/ 393993 h 400050"/>
                <a:gd name="connsiteX2" fmla="*/ 88207 w 123825"/>
                <a:gd name="connsiteY2" fmla="*/ 379706 h 400050"/>
                <a:gd name="connsiteX3" fmla="*/ 59632 w 123825"/>
                <a:gd name="connsiteY3" fmla="*/ 265406 h 400050"/>
                <a:gd name="connsiteX4" fmla="*/ 7245 w 123825"/>
                <a:gd name="connsiteY4" fmla="*/ 121578 h 400050"/>
                <a:gd name="connsiteX5" fmla="*/ 32010 w 123825"/>
                <a:gd name="connsiteY5" fmla="*/ 15851 h 400050"/>
                <a:gd name="connsiteX6" fmla="*/ 51060 w 123825"/>
                <a:gd name="connsiteY6" fmla="*/ 8231 h 400050"/>
                <a:gd name="connsiteX7" fmla="*/ 58679 w 123825"/>
                <a:gd name="connsiteY7" fmla="*/ 27281 h 400050"/>
                <a:gd name="connsiteX8" fmla="*/ 35820 w 123825"/>
                <a:gd name="connsiteY8" fmla="*/ 119673 h 400050"/>
                <a:gd name="connsiteX9" fmla="*/ 84397 w 123825"/>
                <a:gd name="connsiteY9" fmla="*/ 250166 h 400050"/>
                <a:gd name="connsiteX10" fmla="*/ 116782 w 123825"/>
                <a:gd name="connsiteY10" fmla="*/ 380658 h 400050"/>
                <a:gd name="connsiteX11" fmla="*/ 102495 w 123825"/>
                <a:gd name="connsiteY11" fmla="*/ 393993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400050">
                  <a:moveTo>
                    <a:pt x="102495" y="393993"/>
                  </a:moveTo>
                  <a:cubicBezTo>
                    <a:pt x="102495" y="393993"/>
                    <a:pt x="102495" y="393993"/>
                    <a:pt x="102495" y="393993"/>
                  </a:cubicBezTo>
                  <a:cubicBezTo>
                    <a:pt x="93922" y="393993"/>
                    <a:pt x="88207" y="387326"/>
                    <a:pt x="88207" y="379706"/>
                  </a:cubicBezTo>
                  <a:cubicBezTo>
                    <a:pt x="90112" y="314936"/>
                    <a:pt x="60585" y="265406"/>
                    <a:pt x="59632" y="265406"/>
                  </a:cubicBezTo>
                  <a:cubicBezTo>
                    <a:pt x="13912" y="200636"/>
                    <a:pt x="7245" y="124436"/>
                    <a:pt x="7245" y="121578"/>
                  </a:cubicBezTo>
                  <a:cubicBezTo>
                    <a:pt x="5340" y="78716"/>
                    <a:pt x="31057" y="18708"/>
                    <a:pt x="32010" y="15851"/>
                  </a:cubicBezTo>
                  <a:cubicBezTo>
                    <a:pt x="34867" y="8231"/>
                    <a:pt x="43440" y="5373"/>
                    <a:pt x="51060" y="8231"/>
                  </a:cubicBezTo>
                  <a:cubicBezTo>
                    <a:pt x="58679" y="11088"/>
                    <a:pt x="61537" y="19661"/>
                    <a:pt x="58679" y="27281"/>
                  </a:cubicBezTo>
                  <a:cubicBezTo>
                    <a:pt x="58679" y="28233"/>
                    <a:pt x="34867" y="83478"/>
                    <a:pt x="35820" y="119673"/>
                  </a:cubicBezTo>
                  <a:cubicBezTo>
                    <a:pt x="35820" y="119673"/>
                    <a:pt x="42487" y="191111"/>
                    <a:pt x="84397" y="250166"/>
                  </a:cubicBezTo>
                  <a:cubicBezTo>
                    <a:pt x="86302" y="253023"/>
                    <a:pt x="118687" y="307316"/>
                    <a:pt x="116782" y="380658"/>
                  </a:cubicBezTo>
                  <a:cubicBezTo>
                    <a:pt x="116782" y="388278"/>
                    <a:pt x="110115" y="393993"/>
                    <a:pt x="102495" y="39399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184BCAB-EE86-40F3-89B2-A2DB8DA6FDE6}"/>
                </a:ext>
              </a:extLst>
            </p:cNvPr>
            <p:cNvSpPr/>
            <p:nvPr/>
          </p:nvSpPr>
          <p:spPr>
            <a:xfrm>
              <a:off x="2580960" y="4446546"/>
              <a:ext cx="964507" cy="1835674"/>
            </a:xfrm>
            <a:custGeom>
              <a:avLst/>
              <a:gdLst>
                <a:gd name="connsiteX0" fmla="*/ 97735 w 590550"/>
                <a:gd name="connsiteY0" fmla="*/ 1124530 h 1123950"/>
                <a:gd name="connsiteX1" fmla="*/ 34870 w 590550"/>
                <a:gd name="connsiteY1" fmla="*/ 1102623 h 1123950"/>
                <a:gd name="connsiteX2" fmla="*/ 61540 w 590550"/>
                <a:gd name="connsiteY2" fmla="*/ 1071190 h 1123950"/>
                <a:gd name="connsiteX3" fmla="*/ 63445 w 590550"/>
                <a:gd name="connsiteY3" fmla="*/ 1070238 h 1123950"/>
                <a:gd name="connsiteX4" fmla="*/ 141550 w 590550"/>
                <a:gd name="connsiteY4" fmla="*/ 1060713 h 1123950"/>
                <a:gd name="connsiteX5" fmla="*/ 252993 w 590550"/>
                <a:gd name="connsiteY5" fmla="*/ 911170 h 1123950"/>
                <a:gd name="connsiteX6" fmla="*/ 252993 w 590550"/>
                <a:gd name="connsiteY6" fmla="*/ 910218 h 1123950"/>
                <a:gd name="connsiteX7" fmla="*/ 252993 w 590550"/>
                <a:gd name="connsiteY7" fmla="*/ 909265 h 1123950"/>
                <a:gd name="connsiteX8" fmla="*/ 176793 w 590550"/>
                <a:gd name="connsiteY8" fmla="*/ 714003 h 1123950"/>
                <a:gd name="connsiteX9" fmla="*/ 175840 w 590550"/>
                <a:gd name="connsiteY9" fmla="*/ 713050 h 1123950"/>
                <a:gd name="connsiteX10" fmla="*/ 109165 w 590550"/>
                <a:gd name="connsiteY10" fmla="*/ 567318 h 1123950"/>
                <a:gd name="connsiteX11" fmla="*/ 7248 w 590550"/>
                <a:gd name="connsiteY11" fmla="*/ 23440 h 1123950"/>
                <a:gd name="connsiteX12" fmla="*/ 19630 w 590550"/>
                <a:gd name="connsiteY12" fmla="*/ 7248 h 1123950"/>
                <a:gd name="connsiteX13" fmla="*/ 35823 w 590550"/>
                <a:gd name="connsiteY13" fmla="*/ 19630 h 1123950"/>
                <a:gd name="connsiteX14" fmla="*/ 136788 w 590550"/>
                <a:gd name="connsiteY14" fmla="*/ 559698 h 1123950"/>
                <a:gd name="connsiteX15" fmla="*/ 199653 w 590550"/>
                <a:gd name="connsiteY15" fmla="*/ 695905 h 1123950"/>
                <a:gd name="connsiteX16" fmla="*/ 281568 w 590550"/>
                <a:gd name="connsiteY16" fmla="*/ 909265 h 1123950"/>
                <a:gd name="connsiteX17" fmla="*/ 150123 w 590550"/>
                <a:gd name="connsiteY17" fmla="*/ 1087383 h 1123950"/>
                <a:gd name="connsiteX18" fmla="*/ 146313 w 590550"/>
                <a:gd name="connsiteY18" fmla="*/ 1088335 h 1123950"/>
                <a:gd name="connsiteX19" fmla="*/ 93925 w 590550"/>
                <a:gd name="connsiteY19" fmla="*/ 1095003 h 1123950"/>
                <a:gd name="connsiteX20" fmla="*/ 96783 w 590550"/>
                <a:gd name="connsiteY20" fmla="*/ 1095003 h 1123950"/>
                <a:gd name="connsiteX21" fmla="*/ 424443 w 590550"/>
                <a:gd name="connsiteY21" fmla="*/ 1093098 h 1123950"/>
                <a:gd name="connsiteX22" fmla="*/ 561603 w 590550"/>
                <a:gd name="connsiteY22" fmla="*/ 974035 h 1123950"/>
                <a:gd name="connsiteX23" fmla="*/ 511120 w 590550"/>
                <a:gd name="connsiteY23" fmla="*/ 793060 h 1123950"/>
                <a:gd name="connsiteX24" fmla="*/ 512073 w 590550"/>
                <a:gd name="connsiteY24" fmla="*/ 485403 h 1123950"/>
                <a:gd name="connsiteX25" fmla="*/ 529218 w 590550"/>
                <a:gd name="connsiteY25" fmla="*/ 473973 h 1123950"/>
                <a:gd name="connsiteX26" fmla="*/ 540648 w 590550"/>
                <a:gd name="connsiteY26" fmla="*/ 491118 h 1123950"/>
                <a:gd name="connsiteX27" fmla="*/ 535885 w 590550"/>
                <a:gd name="connsiteY27" fmla="*/ 777820 h 1123950"/>
                <a:gd name="connsiteX28" fmla="*/ 590178 w 590550"/>
                <a:gd name="connsiteY28" fmla="*/ 974988 h 1123950"/>
                <a:gd name="connsiteX29" fmla="*/ 426348 w 590550"/>
                <a:gd name="connsiteY29" fmla="*/ 1121673 h 1123950"/>
                <a:gd name="connsiteX30" fmla="*/ 424443 w 590550"/>
                <a:gd name="connsiteY30" fmla="*/ 1121673 h 1123950"/>
                <a:gd name="connsiteX31" fmla="*/ 97735 w 590550"/>
                <a:gd name="connsiteY31" fmla="*/ 1124530 h 1123950"/>
                <a:gd name="connsiteX32" fmla="*/ 145360 w 590550"/>
                <a:gd name="connsiteY32" fmla="*/ 1075953 h 1123950"/>
                <a:gd name="connsiteX33" fmla="*/ 145360 w 590550"/>
                <a:gd name="connsiteY33" fmla="*/ 1075953 h 1123950"/>
                <a:gd name="connsiteX34" fmla="*/ 145360 w 590550"/>
                <a:gd name="connsiteY34" fmla="*/ 1075953 h 112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90550" h="1123950">
                  <a:moveTo>
                    <a:pt x="97735" y="1124530"/>
                  </a:moveTo>
                  <a:cubicBezTo>
                    <a:pt x="60588" y="1123578"/>
                    <a:pt x="38680" y="1119768"/>
                    <a:pt x="34870" y="1102623"/>
                  </a:cubicBezTo>
                  <a:cubicBezTo>
                    <a:pt x="32013" y="1087383"/>
                    <a:pt x="48205" y="1076905"/>
                    <a:pt x="61540" y="1071190"/>
                  </a:cubicBezTo>
                  <a:lnTo>
                    <a:pt x="63445" y="1070238"/>
                  </a:lnTo>
                  <a:lnTo>
                    <a:pt x="141550" y="1060713"/>
                  </a:lnTo>
                  <a:cubicBezTo>
                    <a:pt x="259660" y="1013088"/>
                    <a:pt x="252993" y="914980"/>
                    <a:pt x="252993" y="911170"/>
                  </a:cubicBezTo>
                  <a:lnTo>
                    <a:pt x="252993" y="910218"/>
                  </a:lnTo>
                  <a:lnTo>
                    <a:pt x="252993" y="909265"/>
                  </a:lnTo>
                  <a:cubicBezTo>
                    <a:pt x="255850" y="814015"/>
                    <a:pt x="177745" y="714955"/>
                    <a:pt x="176793" y="714003"/>
                  </a:cubicBezTo>
                  <a:lnTo>
                    <a:pt x="175840" y="713050"/>
                  </a:lnTo>
                  <a:cubicBezTo>
                    <a:pt x="134883" y="654948"/>
                    <a:pt x="110118" y="571128"/>
                    <a:pt x="109165" y="567318"/>
                  </a:cubicBezTo>
                  <a:cubicBezTo>
                    <a:pt x="55825" y="361578"/>
                    <a:pt x="7248" y="27250"/>
                    <a:pt x="7248" y="23440"/>
                  </a:cubicBezTo>
                  <a:cubicBezTo>
                    <a:pt x="6295" y="15820"/>
                    <a:pt x="12010" y="8200"/>
                    <a:pt x="19630" y="7248"/>
                  </a:cubicBezTo>
                  <a:cubicBezTo>
                    <a:pt x="27250" y="6295"/>
                    <a:pt x="34870" y="12010"/>
                    <a:pt x="35823" y="19630"/>
                  </a:cubicBezTo>
                  <a:cubicBezTo>
                    <a:pt x="35823" y="23440"/>
                    <a:pt x="84400" y="355863"/>
                    <a:pt x="136788" y="559698"/>
                  </a:cubicBezTo>
                  <a:cubicBezTo>
                    <a:pt x="136788" y="559698"/>
                    <a:pt x="161553" y="641613"/>
                    <a:pt x="199653" y="695905"/>
                  </a:cubicBezTo>
                  <a:cubicBezTo>
                    <a:pt x="206320" y="704478"/>
                    <a:pt x="284425" y="805443"/>
                    <a:pt x="281568" y="909265"/>
                  </a:cubicBezTo>
                  <a:cubicBezTo>
                    <a:pt x="282520" y="921648"/>
                    <a:pt x="283473" y="1034995"/>
                    <a:pt x="150123" y="1087383"/>
                  </a:cubicBezTo>
                  <a:lnTo>
                    <a:pt x="146313" y="1088335"/>
                  </a:lnTo>
                  <a:lnTo>
                    <a:pt x="93925" y="1095003"/>
                  </a:lnTo>
                  <a:cubicBezTo>
                    <a:pt x="94878" y="1095003"/>
                    <a:pt x="95830" y="1095003"/>
                    <a:pt x="96783" y="1095003"/>
                  </a:cubicBezTo>
                  <a:lnTo>
                    <a:pt x="424443" y="1093098"/>
                  </a:lnTo>
                  <a:cubicBezTo>
                    <a:pt x="436825" y="1091193"/>
                    <a:pt x="561603" y="1073095"/>
                    <a:pt x="561603" y="974035"/>
                  </a:cubicBezTo>
                  <a:cubicBezTo>
                    <a:pt x="561603" y="972130"/>
                    <a:pt x="566365" y="880690"/>
                    <a:pt x="511120" y="793060"/>
                  </a:cubicBezTo>
                  <a:cubicBezTo>
                    <a:pt x="509215" y="789250"/>
                    <a:pt x="467305" y="709240"/>
                    <a:pt x="512073" y="485403"/>
                  </a:cubicBezTo>
                  <a:cubicBezTo>
                    <a:pt x="513978" y="477783"/>
                    <a:pt x="521598" y="473020"/>
                    <a:pt x="529218" y="473973"/>
                  </a:cubicBezTo>
                  <a:cubicBezTo>
                    <a:pt x="536838" y="475878"/>
                    <a:pt x="541600" y="483498"/>
                    <a:pt x="540648" y="491118"/>
                  </a:cubicBezTo>
                  <a:cubicBezTo>
                    <a:pt x="499690" y="694953"/>
                    <a:pt x="533028" y="773058"/>
                    <a:pt x="535885" y="777820"/>
                  </a:cubicBezTo>
                  <a:cubicBezTo>
                    <a:pt x="595893" y="874023"/>
                    <a:pt x="590178" y="970225"/>
                    <a:pt x="590178" y="974988"/>
                  </a:cubicBezTo>
                  <a:cubicBezTo>
                    <a:pt x="590178" y="1075953"/>
                    <a:pt x="483498" y="1115005"/>
                    <a:pt x="426348" y="1121673"/>
                  </a:cubicBezTo>
                  <a:lnTo>
                    <a:pt x="424443" y="1121673"/>
                  </a:lnTo>
                  <a:lnTo>
                    <a:pt x="97735" y="1124530"/>
                  </a:lnTo>
                  <a:close/>
                  <a:moveTo>
                    <a:pt x="145360" y="1075953"/>
                  </a:moveTo>
                  <a:lnTo>
                    <a:pt x="145360" y="1075953"/>
                  </a:lnTo>
                  <a:lnTo>
                    <a:pt x="145360" y="1075953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69593F2-D860-4ADF-BDAF-FBE5B3FC2E98}"/>
                </a:ext>
              </a:extLst>
            </p:cNvPr>
            <p:cNvSpPr/>
            <p:nvPr/>
          </p:nvSpPr>
          <p:spPr>
            <a:xfrm>
              <a:off x="3563507" y="3778501"/>
              <a:ext cx="497810" cy="684488"/>
            </a:xfrm>
            <a:custGeom>
              <a:avLst/>
              <a:gdLst>
                <a:gd name="connsiteX0" fmla="*/ 294334 w 304800"/>
                <a:gd name="connsiteY0" fmla="*/ 11467 h 419100"/>
                <a:gd name="connsiteX1" fmla="*/ 260997 w 304800"/>
                <a:gd name="connsiteY1" fmla="*/ 16230 h 419100"/>
                <a:gd name="connsiteX2" fmla="*/ 78117 w 304800"/>
                <a:gd name="connsiteY2" fmla="*/ 190537 h 419100"/>
                <a:gd name="connsiteX3" fmla="*/ 63829 w 304800"/>
                <a:gd name="connsiteY3" fmla="*/ 236257 h 419100"/>
                <a:gd name="connsiteX4" fmla="*/ 59067 w 304800"/>
                <a:gd name="connsiteY4" fmla="*/ 296265 h 419100"/>
                <a:gd name="connsiteX5" fmla="*/ 16204 w 304800"/>
                <a:gd name="connsiteY5" fmla="*/ 345795 h 419100"/>
                <a:gd name="connsiteX6" fmla="*/ 14299 w 304800"/>
                <a:gd name="connsiteY6" fmla="*/ 396277 h 419100"/>
                <a:gd name="connsiteX7" fmla="*/ 30492 w 304800"/>
                <a:gd name="connsiteY7" fmla="*/ 415327 h 419100"/>
                <a:gd name="connsiteX8" fmla="*/ 75259 w 304800"/>
                <a:gd name="connsiteY8" fmla="*/ 380085 h 419100"/>
                <a:gd name="connsiteX9" fmla="*/ 297192 w 304800"/>
                <a:gd name="connsiteY9" fmla="*/ 52425 h 419100"/>
                <a:gd name="connsiteX10" fmla="*/ 294334 w 304800"/>
                <a:gd name="connsiteY10" fmla="*/ 11467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4800" h="419100">
                  <a:moveTo>
                    <a:pt x="294334" y="11467"/>
                  </a:moveTo>
                  <a:cubicBezTo>
                    <a:pt x="294334" y="11467"/>
                    <a:pt x="280047" y="-915"/>
                    <a:pt x="260997" y="16230"/>
                  </a:cubicBezTo>
                  <a:lnTo>
                    <a:pt x="78117" y="190537"/>
                  </a:lnTo>
                  <a:cubicBezTo>
                    <a:pt x="78117" y="190537"/>
                    <a:pt x="60972" y="201967"/>
                    <a:pt x="63829" y="236257"/>
                  </a:cubicBezTo>
                  <a:cubicBezTo>
                    <a:pt x="63829" y="236257"/>
                    <a:pt x="80974" y="269595"/>
                    <a:pt x="59067" y="296265"/>
                  </a:cubicBezTo>
                  <a:lnTo>
                    <a:pt x="16204" y="345795"/>
                  </a:lnTo>
                  <a:cubicBezTo>
                    <a:pt x="16204" y="345795"/>
                    <a:pt x="-2846" y="371512"/>
                    <a:pt x="14299" y="396277"/>
                  </a:cubicBezTo>
                  <a:lnTo>
                    <a:pt x="30492" y="415327"/>
                  </a:lnTo>
                  <a:cubicBezTo>
                    <a:pt x="30492" y="415327"/>
                    <a:pt x="42874" y="431520"/>
                    <a:pt x="75259" y="380085"/>
                  </a:cubicBezTo>
                  <a:lnTo>
                    <a:pt x="297192" y="52425"/>
                  </a:lnTo>
                  <a:cubicBezTo>
                    <a:pt x="297192" y="52425"/>
                    <a:pt x="321004" y="28612"/>
                    <a:pt x="294334" y="11467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Freeform 10">
            <a:extLst>
              <a:ext uri="{FF2B5EF4-FFF2-40B4-BE49-F238E27FC236}">
                <a16:creationId xmlns:a16="http://schemas.microsoft.com/office/drawing/2014/main" id="{17D5E4D5-65CB-4858-A5AB-CE5637C1CD16}"/>
              </a:ext>
            </a:extLst>
          </p:cNvPr>
          <p:cNvSpPr/>
          <p:nvPr/>
        </p:nvSpPr>
        <p:spPr>
          <a:xfrm>
            <a:off x="0" y="2377128"/>
            <a:ext cx="11208207" cy="2366505"/>
          </a:xfrm>
          <a:custGeom>
            <a:avLst/>
            <a:gdLst>
              <a:gd name="connsiteX0" fmla="*/ 0 w 7344461"/>
              <a:gd name="connsiteY0" fmla="*/ 1843430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43430 h 3489350"/>
              <a:gd name="connsiteX7" fmla="*/ 3518611 w 7344461"/>
              <a:gd name="connsiteY7" fmla="*/ 1843430 h 3489350"/>
              <a:gd name="connsiteX8" fmla="*/ 2472538 w 7344461"/>
              <a:gd name="connsiteY8" fmla="*/ 409651 h 3489350"/>
              <a:gd name="connsiteX9" fmla="*/ 3160166 w 7344461"/>
              <a:gd name="connsiteY9" fmla="*/ 14630 h 3489350"/>
              <a:gd name="connsiteX10" fmla="*/ 3803904 w 7344461"/>
              <a:gd name="connsiteY10" fmla="*/ 387705 h 3489350"/>
              <a:gd name="connsiteX11" fmla="*/ 4462272 w 7344461"/>
              <a:gd name="connsiteY11" fmla="*/ 0 h 3489350"/>
              <a:gd name="connsiteX12" fmla="*/ 5113325 w 7344461"/>
              <a:gd name="connsiteY12" fmla="*/ 475488 h 3489350"/>
              <a:gd name="connsiteX13" fmla="*/ 4096512 w 7344461"/>
              <a:gd name="connsiteY13" fmla="*/ 1821485 h 3489350"/>
              <a:gd name="connsiteX14" fmla="*/ 5479085 w 7344461"/>
              <a:gd name="connsiteY14" fmla="*/ 1836115 h 3489350"/>
              <a:gd name="connsiteX15" fmla="*/ 5698541 w 7344461"/>
              <a:gd name="connsiteY15" fmla="*/ 2179929 h 3489350"/>
              <a:gd name="connsiteX16" fmla="*/ 5888736 w 7344461"/>
              <a:gd name="connsiteY16" fmla="*/ 29261 h 3489350"/>
              <a:gd name="connsiteX17" fmla="*/ 6166714 w 7344461"/>
              <a:gd name="connsiteY17" fmla="*/ 3489350 h 3489350"/>
              <a:gd name="connsiteX18" fmla="*/ 6510528 w 7344461"/>
              <a:gd name="connsiteY18" fmla="*/ 1331366 h 3489350"/>
              <a:gd name="connsiteX19" fmla="*/ 6620256 w 7344461"/>
              <a:gd name="connsiteY19" fmla="*/ 1916582 h 3489350"/>
              <a:gd name="connsiteX20" fmla="*/ 7344461 w 7344461"/>
              <a:gd name="connsiteY20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43430 h 3489350"/>
              <a:gd name="connsiteX7" fmla="*/ 3518611 w 7344461"/>
              <a:gd name="connsiteY7" fmla="*/ 1843430 h 3489350"/>
              <a:gd name="connsiteX8" fmla="*/ 2472538 w 7344461"/>
              <a:gd name="connsiteY8" fmla="*/ 409651 h 3489350"/>
              <a:gd name="connsiteX9" fmla="*/ 3160166 w 7344461"/>
              <a:gd name="connsiteY9" fmla="*/ 14630 h 3489350"/>
              <a:gd name="connsiteX10" fmla="*/ 3803904 w 7344461"/>
              <a:gd name="connsiteY10" fmla="*/ 387705 h 3489350"/>
              <a:gd name="connsiteX11" fmla="*/ 4462272 w 7344461"/>
              <a:gd name="connsiteY11" fmla="*/ 0 h 3489350"/>
              <a:gd name="connsiteX12" fmla="*/ 5113325 w 7344461"/>
              <a:gd name="connsiteY12" fmla="*/ 475488 h 3489350"/>
              <a:gd name="connsiteX13" fmla="*/ 4096512 w 7344461"/>
              <a:gd name="connsiteY13" fmla="*/ 1821485 h 3489350"/>
              <a:gd name="connsiteX14" fmla="*/ 5479085 w 7344461"/>
              <a:gd name="connsiteY14" fmla="*/ 1836115 h 3489350"/>
              <a:gd name="connsiteX15" fmla="*/ 5698541 w 7344461"/>
              <a:gd name="connsiteY15" fmla="*/ 2179929 h 3489350"/>
              <a:gd name="connsiteX16" fmla="*/ 5888736 w 7344461"/>
              <a:gd name="connsiteY16" fmla="*/ 29261 h 3489350"/>
              <a:gd name="connsiteX17" fmla="*/ 6166714 w 7344461"/>
              <a:gd name="connsiteY17" fmla="*/ 3489350 h 3489350"/>
              <a:gd name="connsiteX18" fmla="*/ 6510528 w 7344461"/>
              <a:gd name="connsiteY18" fmla="*/ 1331366 h 3489350"/>
              <a:gd name="connsiteX19" fmla="*/ 6620256 w 7344461"/>
              <a:gd name="connsiteY19" fmla="*/ 1916582 h 3489350"/>
              <a:gd name="connsiteX20" fmla="*/ 7344461 w 7344461"/>
              <a:gd name="connsiteY20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72691 h 3489350"/>
              <a:gd name="connsiteX7" fmla="*/ 3518611 w 7344461"/>
              <a:gd name="connsiteY7" fmla="*/ 1843430 h 3489350"/>
              <a:gd name="connsiteX8" fmla="*/ 2472538 w 7344461"/>
              <a:gd name="connsiteY8" fmla="*/ 409651 h 3489350"/>
              <a:gd name="connsiteX9" fmla="*/ 3160166 w 7344461"/>
              <a:gd name="connsiteY9" fmla="*/ 14630 h 3489350"/>
              <a:gd name="connsiteX10" fmla="*/ 3803904 w 7344461"/>
              <a:gd name="connsiteY10" fmla="*/ 387705 h 3489350"/>
              <a:gd name="connsiteX11" fmla="*/ 4462272 w 7344461"/>
              <a:gd name="connsiteY11" fmla="*/ 0 h 3489350"/>
              <a:gd name="connsiteX12" fmla="*/ 5113325 w 7344461"/>
              <a:gd name="connsiteY12" fmla="*/ 475488 h 3489350"/>
              <a:gd name="connsiteX13" fmla="*/ 4096512 w 7344461"/>
              <a:gd name="connsiteY13" fmla="*/ 1821485 h 3489350"/>
              <a:gd name="connsiteX14" fmla="*/ 5479085 w 7344461"/>
              <a:gd name="connsiteY14" fmla="*/ 1836115 h 3489350"/>
              <a:gd name="connsiteX15" fmla="*/ 5698541 w 7344461"/>
              <a:gd name="connsiteY15" fmla="*/ 2179929 h 3489350"/>
              <a:gd name="connsiteX16" fmla="*/ 5888736 w 7344461"/>
              <a:gd name="connsiteY16" fmla="*/ 29261 h 3489350"/>
              <a:gd name="connsiteX17" fmla="*/ 6166714 w 7344461"/>
              <a:gd name="connsiteY17" fmla="*/ 3489350 h 3489350"/>
              <a:gd name="connsiteX18" fmla="*/ 6510528 w 7344461"/>
              <a:gd name="connsiteY18" fmla="*/ 1331366 h 3489350"/>
              <a:gd name="connsiteX19" fmla="*/ 6620256 w 7344461"/>
              <a:gd name="connsiteY19" fmla="*/ 1916582 h 3489350"/>
              <a:gd name="connsiteX20" fmla="*/ 7344461 w 7344461"/>
              <a:gd name="connsiteY20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72691 h 3489350"/>
              <a:gd name="connsiteX7" fmla="*/ 2038831 w 7344461"/>
              <a:gd name="connsiteY7" fmla="*/ 1838381 h 3489350"/>
              <a:gd name="connsiteX8" fmla="*/ 3518611 w 7344461"/>
              <a:gd name="connsiteY8" fmla="*/ 1843430 h 3489350"/>
              <a:gd name="connsiteX9" fmla="*/ 2472538 w 7344461"/>
              <a:gd name="connsiteY9" fmla="*/ 409651 h 3489350"/>
              <a:gd name="connsiteX10" fmla="*/ 3160166 w 7344461"/>
              <a:gd name="connsiteY10" fmla="*/ 14630 h 3489350"/>
              <a:gd name="connsiteX11" fmla="*/ 3803904 w 7344461"/>
              <a:gd name="connsiteY11" fmla="*/ 387705 h 3489350"/>
              <a:gd name="connsiteX12" fmla="*/ 4462272 w 7344461"/>
              <a:gd name="connsiteY12" fmla="*/ 0 h 3489350"/>
              <a:gd name="connsiteX13" fmla="*/ 5113325 w 7344461"/>
              <a:gd name="connsiteY13" fmla="*/ 475488 h 3489350"/>
              <a:gd name="connsiteX14" fmla="*/ 4096512 w 7344461"/>
              <a:gd name="connsiteY14" fmla="*/ 1821485 h 3489350"/>
              <a:gd name="connsiteX15" fmla="*/ 5479085 w 7344461"/>
              <a:gd name="connsiteY15" fmla="*/ 1836115 h 3489350"/>
              <a:gd name="connsiteX16" fmla="*/ 5698541 w 7344461"/>
              <a:gd name="connsiteY16" fmla="*/ 2179929 h 3489350"/>
              <a:gd name="connsiteX17" fmla="*/ 5888736 w 7344461"/>
              <a:gd name="connsiteY17" fmla="*/ 29261 h 3489350"/>
              <a:gd name="connsiteX18" fmla="*/ 6166714 w 7344461"/>
              <a:gd name="connsiteY18" fmla="*/ 3489350 h 3489350"/>
              <a:gd name="connsiteX19" fmla="*/ 6510528 w 7344461"/>
              <a:gd name="connsiteY19" fmla="*/ 1331366 h 3489350"/>
              <a:gd name="connsiteX20" fmla="*/ 6620256 w 7344461"/>
              <a:gd name="connsiteY20" fmla="*/ 1916582 h 3489350"/>
              <a:gd name="connsiteX21" fmla="*/ 7344461 w 7344461"/>
              <a:gd name="connsiteY21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72691 h 3489350"/>
              <a:gd name="connsiteX7" fmla="*/ 2038831 w 7344461"/>
              <a:gd name="connsiteY7" fmla="*/ 1838381 h 3489350"/>
              <a:gd name="connsiteX8" fmla="*/ 3518611 w 7344461"/>
              <a:gd name="connsiteY8" fmla="*/ 1843430 h 3489350"/>
              <a:gd name="connsiteX9" fmla="*/ 3501871 w 7344461"/>
              <a:gd name="connsiteY9" fmla="*/ 1845697 h 3489350"/>
              <a:gd name="connsiteX10" fmla="*/ 2472538 w 7344461"/>
              <a:gd name="connsiteY10" fmla="*/ 409651 h 3489350"/>
              <a:gd name="connsiteX11" fmla="*/ 3160166 w 7344461"/>
              <a:gd name="connsiteY11" fmla="*/ 14630 h 3489350"/>
              <a:gd name="connsiteX12" fmla="*/ 3803904 w 7344461"/>
              <a:gd name="connsiteY12" fmla="*/ 387705 h 3489350"/>
              <a:gd name="connsiteX13" fmla="*/ 4462272 w 7344461"/>
              <a:gd name="connsiteY13" fmla="*/ 0 h 3489350"/>
              <a:gd name="connsiteX14" fmla="*/ 5113325 w 7344461"/>
              <a:gd name="connsiteY14" fmla="*/ 475488 h 3489350"/>
              <a:gd name="connsiteX15" fmla="*/ 4096512 w 7344461"/>
              <a:gd name="connsiteY15" fmla="*/ 1821485 h 3489350"/>
              <a:gd name="connsiteX16" fmla="*/ 5479085 w 7344461"/>
              <a:gd name="connsiteY16" fmla="*/ 1836115 h 3489350"/>
              <a:gd name="connsiteX17" fmla="*/ 5698541 w 7344461"/>
              <a:gd name="connsiteY17" fmla="*/ 2179929 h 3489350"/>
              <a:gd name="connsiteX18" fmla="*/ 5888736 w 7344461"/>
              <a:gd name="connsiteY18" fmla="*/ 29261 h 3489350"/>
              <a:gd name="connsiteX19" fmla="*/ 6166714 w 7344461"/>
              <a:gd name="connsiteY19" fmla="*/ 3489350 h 3489350"/>
              <a:gd name="connsiteX20" fmla="*/ 6510528 w 7344461"/>
              <a:gd name="connsiteY20" fmla="*/ 1331366 h 3489350"/>
              <a:gd name="connsiteX21" fmla="*/ 6620256 w 7344461"/>
              <a:gd name="connsiteY21" fmla="*/ 1916582 h 3489350"/>
              <a:gd name="connsiteX22" fmla="*/ 7344461 w 7344461"/>
              <a:gd name="connsiteY22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72691 h 3489350"/>
              <a:gd name="connsiteX7" fmla="*/ 2038831 w 7344461"/>
              <a:gd name="connsiteY7" fmla="*/ 1838381 h 3489350"/>
              <a:gd name="connsiteX8" fmla="*/ 3518611 w 7344461"/>
              <a:gd name="connsiteY8" fmla="*/ 1843430 h 3489350"/>
              <a:gd name="connsiteX9" fmla="*/ 3501871 w 7344461"/>
              <a:gd name="connsiteY9" fmla="*/ 1845697 h 3489350"/>
              <a:gd name="connsiteX10" fmla="*/ 2472538 w 7344461"/>
              <a:gd name="connsiteY10" fmla="*/ 409651 h 3489350"/>
              <a:gd name="connsiteX11" fmla="*/ 3160166 w 7344461"/>
              <a:gd name="connsiteY11" fmla="*/ 14630 h 3489350"/>
              <a:gd name="connsiteX12" fmla="*/ 3803904 w 7344461"/>
              <a:gd name="connsiteY12" fmla="*/ 387705 h 3489350"/>
              <a:gd name="connsiteX13" fmla="*/ 4462272 w 7344461"/>
              <a:gd name="connsiteY13" fmla="*/ 0 h 3489350"/>
              <a:gd name="connsiteX14" fmla="*/ 5113325 w 7344461"/>
              <a:gd name="connsiteY14" fmla="*/ 475488 h 3489350"/>
              <a:gd name="connsiteX15" fmla="*/ 4089196 w 7344461"/>
              <a:gd name="connsiteY15" fmla="*/ 1843431 h 3489350"/>
              <a:gd name="connsiteX16" fmla="*/ 5479085 w 7344461"/>
              <a:gd name="connsiteY16" fmla="*/ 1836115 h 3489350"/>
              <a:gd name="connsiteX17" fmla="*/ 5698541 w 7344461"/>
              <a:gd name="connsiteY17" fmla="*/ 2179929 h 3489350"/>
              <a:gd name="connsiteX18" fmla="*/ 5888736 w 7344461"/>
              <a:gd name="connsiteY18" fmla="*/ 29261 h 3489350"/>
              <a:gd name="connsiteX19" fmla="*/ 6166714 w 7344461"/>
              <a:gd name="connsiteY19" fmla="*/ 3489350 h 3489350"/>
              <a:gd name="connsiteX20" fmla="*/ 6510528 w 7344461"/>
              <a:gd name="connsiteY20" fmla="*/ 1331366 h 3489350"/>
              <a:gd name="connsiteX21" fmla="*/ 6620256 w 7344461"/>
              <a:gd name="connsiteY21" fmla="*/ 1916582 h 3489350"/>
              <a:gd name="connsiteX22" fmla="*/ 7344461 w 7344461"/>
              <a:gd name="connsiteY22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72691 h 3489350"/>
              <a:gd name="connsiteX7" fmla="*/ 2038831 w 7344461"/>
              <a:gd name="connsiteY7" fmla="*/ 1838381 h 3489350"/>
              <a:gd name="connsiteX8" fmla="*/ 3518611 w 7344461"/>
              <a:gd name="connsiteY8" fmla="*/ 1843430 h 3489350"/>
              <a:gd name="connsiteX9" fmla="*/ 3501871 w 7344461"/>
              <a:gd name="connsiteY9" fmla="*/ 1845697 h 3489350"/>
              <a:gd name="connsiteX10" fmla="*/ 2472538 w 7344461"/>
              <a:gd name="connsiteY10" fmla="*/ 409651 h 3489350"/>
              <a:gd name="connsiteX11" fmla="*/ 3160166 w 7344461"/>
              <a:gd name="connsiteY11" fmla="*/ 14630 h 3489350"/>
              <a:gd name="connsiteX12" fmla="*/ 3803904 w 7344461"/>
              <a:gd name="connsiteY12" fmla="*/ 387705 h 3489350"/>
              <a:gd name="connsiteX13" fmla="*/ 4462272 w 7344461"/>
              <a:gd name="connsiteY13" fmla="*/ 0 h 3489350"/>
              <a:gd name="connsiteX14" fmla="*/ 5113325 w 7344461"/>
              <a:gd name="connsiteY14" fmla="*/ 475488 h 3489350"/>
              <a:gd name="connsiteX15" fmla="*/ 4089196 w 7344461"/>
              <a:gd name="connsiteY15" fmla="*/ 1843431 h 3489350"/>
              <a:gd name="connsiteX16" fmla="*/ 5479085 w 7344461"/>
              <a:gd name="connsiteY16" fmla="*/ 1865376 h 3489350"/>
              <a:gd name="connsiteX17" fmla="*/ 5698541 w 7344461"/>
              <a:gd name="connsiteY17" fmla="*/ 2179929 h 3489350"/>
              <a:gd name="connsiteX18" fmla="*/ 5888736 w 7344461"/>
              <a:gd name="connsiteY18" fmla="*/ 29261 h 3489350"/>
              <a:gd name="connsiteX19" fmla="*/ 6166714 w 7344461"/>
              <a:gd name="connsiteY19" fmla="*/ 3489350 h 3489350"/>
              <a:gd name="connsiteX20" fmla="*/ 6510528 w 7344461"/>
              <a:gd name="connsiteY20" fmla="*/ 1331366 h 3489350"/>
              <a:gd name="connsiteX21" fmla="*/ 6620256 w 7344461"/>
              <a:gd name="connsiteY21" fmla="*/ 1916582 h 3489350"/>
              <a:gd name="connsiteX22" fmla="*/ 7344461 w 7344461"/>
              <a:gd name="connsiteY22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72691 h 3489350"/>
              <a:gd name="connsiteX7" fmla="*/ 2038831 w 7344461"/>
              <a:gd name="connsiteY7" fmla="*/ 1838381 h 3489350"/>
              <a:gd name="connsiteX8" fmla="*/ 3518611 w 7344461"/>
              <a:gd name="connsiteY8" fmla="*/ 1843430 h 3489350"/>
              <a:gd name="connsiteX9" fmla="*/ 3501871 w 7344461"/>
              <a:gd name="connsiteY9" fmla="*/ 1845697 h 3489350"/>
              <a:gd name="connsiteX10" fmla="*/ 2472538 w 7344461"/>
              <a:gd name="connsiteY10" fmla="*/ 409651 h 3489350"/>
              <a:gd name="connsiteX11" fmla="*/ 3160166 w 7344461"/>
              <a:gd name="connsiteY11" fmla="*/ 14630 h 3489350"/>
              <a:gd name="connsiteX12" fmla="*/ 3803904 w 7344461"/>
              <a:gd name="connsiteY12" fmla="*/ 387705 h 3489350"/>
              <a:gd name="connsiteX13" fmla="*/ 4462272 w 7344461"/>
              <a:gd name="connsiteY13" fmla="*/ 0 h 3489350"/>
              <a:gd name="connsiteX14" fmla="*/ 5113325 w 7344461"/>
              <a:gd name="connsiteY14" fmla="*/ 475488 h 3489350"/>
              <a:gd name="connsiteX15" fmla="*/ 4089196 w 7344461"/>
              <a:gd name="connsiteY15" fmla="*/ 1843431 h 3489350"/>
              <a:gd name="connsiteX16" fmla="*/ 5479085 w 7344461"/>
              <a:gd name="connsiteY16" fmla="*/ 1865376 h 3489350"/>
              <a:gd name="connsiteX17" fmla="*/ 5498920 w 7344461"/>
              <a:gd name="connsiteY17" fmla="*/ 1860327 h 3489350"/>
              <a:gd name="connsiteX18" fmla="*/ 5698541 w 7344461"/>
              <a:gd name="connsiteY18" fmla="*/ 2179929 h 3489350"/>
              <a:gd name="connsiteX19" fmla="*/ 5888736 w 7344461"/>
              <a:gd name="connsiteY19" fmla="*/ 29261 h 3489350"/>
              <a:gd name="connsiteX20" fmla="*/ 6166714 w 7344461"/>
              <a:gd name="connsiteY20" fmla="*/ 3489350 h 3489350"/>
              <a:gd name="connsiteX21" fmla="*/ 6510528 w 7344461"/>
              <a:gd name="connsiteY21" fmla="*/ 1331366 h 3489350"/>
              <a:gd name="connsiteX22" fmla="*/ 6620256 w 7344461"/>
              <a:gd name="connsiteY22" fmla="*/ 1916582 h 3489350"/>
              <a:gd name="connsiteX23" fmla="*/ 7344461 w 7344461"/>
              <a:gd name="connsiteY23" fmla="*/ 1865376 h 3489350"/>
              <a:gd name="connsiteX0" fmla="*/ 0 w 7344461"/>
              <a:gd name="connsiteY0" fmla="*/ 1865375 h 3489350"/>
              <a:gd name="connsiteX1" fmla="*/ 885139 w 7344461"/>
              <a:gd name="connsiteY1" fmla="*/ 1858061 h 3489350"/>
              <a:gd name="connsiteX2" fmla="*/ 994867 w 7344461"/>
              <a:gd name="connsiteY2" fmla="*/ 1316736 h 3489350"/>
              <a:gd name="connsiteX3" fmla="*/ 1338682 w 7344461"/>
              <a:gd name="connsiteY3" fmla="*/ 3489350 h 3489350"/>
              <a:gd name="connsiteX4" fmla="*/ 1609344 w 7344461"/>
              <a:gd name="connsiteY4" fmla="*/ 43891 h 3489350"/>
              <a:gd name="connsiteX5" fmla="*/ 1799539 w 7344461"/>
              <a:gd name="connsiteY5" fmla="*/ 2216505 h 3489350"/>
              <a:gd name="connsiteX6" fmla="*/ 2011680 w 7344461"/>
              <a:gd name="connsiteY6" fmla="*/ 1872691 h 3489350"/>
              <a:gd name="connsiteX7" fmla="*/ 2038831 w 7344461"/>
              <a:gd name="connsiteY7" fmla="*/ 1838381 h 3489350"/>
              <a:gd name="connsiteX8" fmla="*/ 3518611 w 7344461"/>
              <a:gd name="connsiteY8" fmla="*/ 1843430 h 3489350"/>
              <a:gd name="connsiteX9" fmla="*/ 3501871 w 7344461"/>
              <a:gd name="connsiteY9" fmla="*/ 1845697 h 3489350"/>
              <a:gd name="connsiteX10" fmla="*/ 2472538 w 7344461"/>
              <a:gd name="connsiteY10" fmla="*/ 409651 h 3489350"/>
              <a:gd name="connsiteX11" fmla="*/ 3160166 w 7344461"/>
              <a:gd name="connsiteY11" fmla="*/ 14630 h 3489350"/>
              <a:gd name="connsiteX12" fmla="*/ 3803904 w 7344461"/>
              <a:gd name="connsiteY12" fmla="*/ 387705 h 3489350"/>
              <a:gd name="connsiteX13" fmla="*/ 4462272 w 7344461"/>
              <a:gd name="connsiteY13" fmla="*/ 0 h 3489350"/>
              <a:gd name="connsiteX14" fmla="*/ 5113325 w 7344461"/>
              <a:gd name="connsiteY14" fmla="*/ 475488 h 3489350"/>
              <a:gd name="connsiteX15" fmla="*/ 4089196 w 7344461"/>
              <a:gd name="connsiteY15" fmla="*/ 1843431 h 3489350"/>
              <a:gd name="connsiteX16" fmla="*/ 5479085 w 7344461"/>
              <a:gd name="connsiteY16" fmla="*/ 1865376 h 3489350"/>
              <a:gd name="connsiteX17" fmla="*/ 5498920 w 7344461"/>
              <a:gd name="connsiteY17" fmla="*/ 1860327 h 3489350"/>
              <a:gd name="connsiteX18" fmla="*/ 5698541 w 7344461"/>
              <a:gd name="connsiteY18" fmla="*/ 2179929 h 3489350"/>
              <a:gd name="connsiteX19" fmla="*/ 5888736 w 7344461"/>
              <a:gd name="connsiteY19" fmla="*/ 29261 h 3489350"/>
              <a:gd name="connsiteX20" fmla="*/ 6166714 w 7344461"/>
              <a:gd name="connsiteY20" fmla="*/ 3489350 h 3489350"/>
              <a:gd name="connsiteX21" fmla="*/ 6510528 w 7344461"/>
              <a:gd name="connsiteY21" fmla="*/ 1331366 h 3489350"/>
              <a:gd name="connsiteX22" fmla="*/ 6620256 w 7344461"/>
              <a:gd name="connsiteY22" fmla="*/ 1880006 h 3489350"/>
              <a:gd name="connsiteX23" fmla="*/ 7344461 w 7344461"/>
              <a:gd name="connsiteY23" fmla="*/ 1865376 h 3489350"/>
              <a:gd name="connsiteX0" fmla="*/ 0 w 7366407"/>
              <a:gd name="connsiteY0" fmla="*/ 1865375 h 3489350"/>
              <a:gd name="connsiteX1" fmla="*/ 885139 w 7366407"/>
              <a:gd name="connsiteY1" fmla="*/ 1858061 h 3489350"/>
              <a:gd name="connsiteX2" fmla="*/ 994867 w 7366407"/>
              <a:gd name="connsiteY2" fmla="*/ 1316736 h 3489350"/>
              <a:gd name="connsiteX3" fmla="*/ 1338682 w 7366407"/>
              <a:gd name="connsiteY3" fmla="*/ 3489350 h 3489350"/>
              <a:gd name="connsiteX4" fmla="*/ 1609344 w 7366407"/>
              <a:gd name="connsiteY4" fmla="*/ 43891 h 3489350"/>
              <a:gd name="connsiteX5" fmla="*/ 1799539 w 7366407"/>
              <a:gd name="connsiteY5" fmla="*/ 2216505 h 3489350"/>
              <a:gd name="connsiteX6" fmla="*/ 2011680 w 7366407"/>
              <a:gd name="connsiteY6" fmla="*/ 1872691 h 3489350"/>
              <a:gd name="connsiteX7" fmla="*/ 2038831 w 7366407"/>
              <a:gd name="connsiteY7" fmla="*/ 1838381 h 3489350"/>
              <a:gd name="connsiteX8" fmla="*/ 3518611 w 7366407"/>
              <a:gd name="connsiteY8" fmla="*/ 1843430 h 3489350"/>
              <a:gd name="connsiteX9" fmla="*/ 3501871 w 7366407"/>
              <a:gd name="connsiteY9" fmla="*/ 1845697 h 3489350"/>
              <a:gd name="connsiteX10" fmla="*/ 2472538 w 7366407"/>
              <a:gd name="connsiteY10" fmla="*/ 409651 h 3489350"/>
              <a:gd name="connsiteX11" fmla="*/ 3160166 w 7366407"/>
              <a:gd name="connsiteY11" fmla="*/ 14630 h 3489350"/>
              <a:gd name="connsiteX12" fmla="*/ 3803904 w 7366407"/>
              <a:gd name="connsiteY12" fmla="*/ 387705 h 3489350"/>
              <a:gd name="connsiteX13" fmla="*/ 4462272 w 7366407"/>
              <a:gd name="connsiteY13" fmla="*/ 0 h 3489350"/>
              <a:gd name="connsiteX14" fmla="*/ 5113325 w 7366407"/>
              <a:gd name="connsiteY14" fmla="*/ 475488 h 3489350"/>
              <a:gd name="connsiteX15" fmla="*/ 4089196 w 7366407"/>
              <a:gd name="connsiteY15" fmla="*/ 1843431 h 3489350"/>
              <a:gd name="connsiteX16" fmla="*/ 5479085 w 7366407"/>
              <a:gd name="connsiteY16" fmla="*/ 1865376 h 3489350"/>
              <a:gd name="connsiteX17" fmla="*/ 5498920 w 7366407"/>
              <a:gd name="connsiteY17" fmla="*/ 1860327 h 3489350"/>
              <a:gd name="connsiteX18" fmla="*/ 5698541 w 7366407"/>
              <a:gd name="connsiteY18" fmla="*/ 2179929 h 3489350"/>
              <a:gd name="connsiteX19" fmla="*/ 5888736 w 7366407"/>
              <a:gd name="connsiteY19" fmla="*/ 29261 h 3489350"/>
              <a:gd name="connsiteX20" fmla="*/ 6166714 w 7366407"/>
              <a:gd name="connsiteY20" fmla="*/ 3489350 h 3489350"/>
              <a:gd name="connsiteX21" fmla="*/ 6510528 w 7366407"/>
              <a:gd name="connsiteY21" fmla="*/ 1331366 h 3489350"/>
              <a:gd name="connsiteX22" fmla="*/ 6620256 w 7366407"/>
              <a:gd name="connsiteY22" fmla="*/ 1880006 h 3489350"/>
              <a:gd name="connsiteX23" fmla="*/ 7366407 w 7366407"/>
              <a:gd name="connsiteY23" fmla="*/ 1887322 h 3489350"/>
              <a:gd name="connsiteX0" fmla="*/ 0 w 7366407"/>
              <a:gd name="connsiteY0" fmla="*/ 1865375 h 3489350"/>
              <a:gd name="connsiteX1" fmla="*/ 885139 w 7366407"/>
              <a:gd name="connsiteY1" fmla="*/ 1858061 h 3489350"/>
              <a:gd name="connsiteX2" fmla="*/ 1009498 w 7366407"/>
              <a:gd name="connsiteY2" fmla="*/ 1228954 h 3489350"/>
              <a:gd name="connsiteX3" fmla="*/ 1338682 w 7366407"/>
              <a:gd name="connsiteY3" fmla="*/ 3489350 h 3489350"/>
              <a:gd name="connsiteX4" fmla="*/ 1609344 w 7366407"/>
              <a:gd name="connsiteY4" fmla="*/ 43891 h 3489350"/>
              <a:gd name="connsiteX5" fmla="*/ 1799539 w 7366407"/>
              <a:gd name="connsiteY5" fmla="*/ 2216505 h 3489350"/>
              <a:gd name="connsiteX6" fmla="*/ 2011680 w 7366407"/>
              <a:gd name="connsiteY6" fmla="*/ 1872691 h 3489350"/>
              <a:gd name="connsiteX7" fmla="*/ 2038831 w 7366407"/>
              <a:gd name="connsiteY7" fmla="*/ 1838381 h 3489350"/>
              <a:gd name="connsiteX8" fmla="*/ 3518611 w 7366407"/>
              <a:gd name="connsiteY8" fmla="*/ 1843430 h 3489350"/>
              <a:gd name="connsiteX9" fmla="*/ 3501871 w 7366407"/>
              <a:gd name="connsiteY9" fmla="*/ 1845697 h 3489350"/>
              <a:gd name="connsiteX10" fmla="*/ 2472538 w 7366407"/>
              <a:gd name="connsiteY10" fmla="*/ 409651 h 3489350"/>
              <a:gd name="connsiteX11" fmla="*/ 3160166 w 7366407"/>
              <a:gd name="connsiteY11" fmla="*/ 14630 h 3489350"/>
              <a:gd name="connsiteX12" fmla="*/ 3803904 w 7366407"/>
              <a:gd name="connsiteY12" fmla="*/ 387705 h 3489350"/>
              <a:gd name="connsiteX13" fmla="*/ 4462272 w 7366407"/>
              <a:gd name="connsiteY13" fmla="*/ 0 h 3489350"/>
              <a:gd name="connsiteX14" fmla="*/ 5113325 w 7366407"/>
              <a:gd name="connsiteY14" fmla="*/ 475488 h 3489350"/>
              <a:gd name="connsiteX15" fmla="*/ 4089196 w 7366407"/>
              <a:gd name="connsiteY15" fmla="*/ 1843431 h 3489350"/>
              <a:gd name="connsiteX16" fmla="*/ 5479085 w 7366407"/>
              <a:gd name="connsiteY16" fmla="*/ 1865376 h 3489350"/>
              <a:gd name="connsiteX17" fmla="*/ 5498920 w 7366407"/>
              <a:gd name="connsiteY17" fmla="*/ 1860327 h 3489350"/>
              <a:gd name="connsiteX18" fmla="*/ 5698541 w 7366407"/>
              <a:gd name="connsiteY18" fmla="*/ 2179929 h 3489350"/>
              <a:gd name="connsiteX19" fmla="*/ 5888736 w 7366407"/>
              <a:gd name="connsiteY19" fmla="*/ 29261 h 3489350"/>
              <a:gd name="connsiteX20" fmla="*/ 6166714 w 7366407"/>
              <a:gd name="connsiteY20" fmla="*/ 3489350 h 3489350"/>
              <a:gd name="connsiteX21" fmla="*/ 6510528 w 7366407"/>
              <a:gd name="connsiteY21" fmla="*/ 1331366 h 3489350"/>
              <a:gd name="connsiteX22" fmla="*/ 6620256 w 7366407"/>
              <a:gd name="connsiteY22" fmla="*/ 1880006 h 3489350"/>
              <a:gd name="connsiteX23" fmla="*/ 7366407 w 7366407"/>
              <a:gd name="connsiteY23" fmla="*/ 1887322 h 3489350"/>
              <a:gd name="connsiteX0" fmla="*/ 0 w 7366407"/>
              <a:gd name="connsiteY0" fmla="*/ 1865375 h 3555187"/>
              <a:gd name="connsiteX1" fmla="*/ 885139 w 7366407"/>
              <a:gd name="connsiteY1" fmla="*/ 1858061 h 3555187"/>
              <a:gd name="connsiteX2" fmla="*/ 1009498 w 7366407"/>
              <a:gd name="connsiteY2" fmla="*/ 1228954 h 3555187"/>
              <a:gd name="connsiteX3" fmla="*/ 1294790 w 7366407"/>
              <a:gd name="connsiteY3" fmla="*/ 3555187 h 3555187"/>
              <a:gd name="connsiteX4" fmla="*/ 1609344 w 7366407"/>
              <a:gd name="connsiteY4" fmla="*/ 43891 h 3555187"/>
              <a:gd name="connsiteX5" fmla="*/ 1799539 w 7366407"/>
              <a:gd name="connsiteY5" fmla="*/ 2216505 h 3555187"/>
              <a:gd name="connsiteX6" fmla="*/ 2011680 w 7366407"/>
              <a:gd name="connsiteY6" fmla="*/ 1872691 h 3555187"/>
              <a:gd name="connsiteX7" fmla="*/ 2038831 w 7366407"/>
              <a:gd name="connsiteY7" fmla="*/ 1838381 h 3555187"/>
              <a:gd name="connsiteX8" fmla="*/ 3518611 w 7366407"/>
              <a:gd name="connsiteY8" fmla="*/ 1843430 h 3555187"/>
              <a:gd name="connsiteX9" fmla="*/ 3501871 w 7366407"/>
              <a:gd name="connsiteY9" fmla="*/ 1845697 h 3555187"/>
              <a:gd name="connsiteX10" fmla="*/ 2472538 w 7366407"/>
              <a:gd name="connsiteY10" fmla="*/ 409651 h 3555187"/>
              <a:gd name="connsiteX11" fmla="*/ 3160166 w 7366407"/>
              <a:gd name="connsiteY11" fmla="*/ 14630 h 3555187"/>
              <a:gd name="connsiteX12" fmla="*/ 3803904 w 7366407"/>
              <a:gd name="connsiteY12" fmla="*/ 387705 h 3555187"/>
              <a:gd name="connsiteX13" fmla="*/ 4462272 w 7366407"/>
              <a:gd name="connsiteY13" fmla="*/ 0 h 3555187"/>
              <a:gd name="connsiteX14" fmla="*/ 5113325 w 7366407"/>
              <a:gd name="connsiteY14" fmla="*/ 475488 h 3555187"/>
              <a:gd name="connsiteX15" fmla="*/ 4089196 w 7366407"/>
              <a:gd name="connsiteY15" fmla="*/ 1843431 h 3555187"/>
              <a:gd name="connsiteX16" fmla="*/ 5479085 w 7366407"/>
              <a:gd name="connsiteY16" fmla="*/ 1865376 h 3555187"/>
              <a:gd name="connsiteX17" fmla="*/ 5498920 w 7366407"/>
              <a:gd name="connsiteY17" fmla="*/ 1860327 h 3555187"/>
              <a:gd name="connsiteX18" fmla="*/ 5698541 w 7366407"/>
              <a:gd name="connsiteY18" fmla="*/ 2179929 h 3555187"/>
              <a:gd name="connsiteX19" fmla="*/ 5888736 w 7366407"/>
              <a:gd name="connsiteY19" fmla="*/ 29261 h 3555187"/>
              <a:gd name="connsiteX20" fmla="*/ 6166714 w 7366407"/>
              <a:gd name="connsiteY20" fmla="*/ 3489350 h 3555187"/>
              <a:gd name="connsiteX21" fmla="*/ 6510528 w 7366407"/>
              <a:gd name="connsiteY21" fmla="*/ 1331366 h 3555187"/>
              <a:gd name="connsiteX22" fmla="*/ 6620256 w 7366407"/>
              <a:gd name="connsiteY22" fmla="*/ 1880006 h 3555187"/>
              <a:gd name="connsiteX23" fmla="*/ 7366407 w 7366407"/>
              <a:gd name="connsiteY23" fmla="*/ 1887322 h 3555187"/>
              <a:gd name="connsiteX0" fmla="*/ 0 w 7366407"/>
              <a:gd name="connsiteY0" fmla="*/ 1865375 h 3555187"/>
              <a:gd name="connsiteX1" fmla="*/ 885139 w 7366407"/>
              <a:gd name="connsiteY1" fmla="*/ 1858061 h 3555187"/>
              <a:gd name="connsiteX2" fmla="*/ 1009498 w 7366407"/>
              <a:gd name="connsiteY2" fmla="*/ 1228954 h 3555187"/>
              <a:gd name="connsiteX3" fmla="*/ 1294790 w 7366407"/>
              <a:gd name="connsiteY3" fmla="*/ 3555187 h 3555187"/>
              <a:gd name="connsiteX4" fmla="*/ 1587398 w 7366407"/>
              <a:gd name="connsiteY4" fmla="*/ 7315 h 3555187"/>
              <a:gd name="connsiteX5" fmla="*/ 1799539 w 7366407"/>
              <a:gd name="connsiteY5" fmla="*/ 2216505 h 3555187"/>
              <a:gd name="connsiteX6" fmla="*/ 2011680 w 7366407"/>
              <a:gd name="connsiteY6" fmla="*/ 1872691 h 3555187"/>
              <a:gd name="connsiteX7" fmla="*/ 2038831 w 7366407"/>
              <a:gd name="connsiteY7" fmla="*/ 1838381 h 3555187"/>
              <a:gd name="connsiteX8" fmla="*/ 3518611 w 7366407"/>
              <a:gd name="connsiteY8" fmla="*/ 1843430 h 3555187"/>
              <a:gd name="connsiteX9" fmla="*/ 3501871 w 7366407"/>
              <a:gd name="connsiteY9" fmla="*/ 1845697 h 3555187"/>
              <a:gd name="connsiteX10" fmla="*/ 2472538 w 7366407"/>
              <a:gd name="connsiteY10" fmla="*/ 409651 h 3555187"/>
              <a:gd name="connsiteX11" fmla="*/ 3160166 w 7366407"/>
              <a:gd name="connsiteY11" fmla="*/ 14630 h 3555187"/>
              <a:gd name="connsiteX12" fmla="*/ 3803904 w 7366407"/>
              <a:gd name="connsiteY12" fmla="*/ 387705 h 3555187"/>
              <a:gd name="connsiteX13" fmla="*/ 4462272 w 7366407"/>
              <a:gd name="connsiteY13" fmla="*/ 0 h 3555187"/>
              <a:gd name="connsiteX14" fmla="*/ 5113325 w 7366407"/>
              <a:gd name="connsiteY14" fmla="*/ 475488 h 3555187"/>
              <a:gd name="connsiteX15" fmla="*/ 4089196 w 7366407"/>
              <a:gd name="connsiteY15" fmla="*/ 1843431 h 3555187"/>
              <a:gd name="connsiteX16" fmla="*/ 5479085 w 7366407"/>
              <a:gd name="connsiteY16" fmla="*/ 1865376 h 3555187"/>
              <a:gd name="connsiteX17" fmla="*/ 5498920 w 7366407"/>
              <a:gd name="connsiteY17" fmla="*/ 1860327 h 3555187"/>
              <a:gd name="connsiteX18" fmla="*/ 5698541 w 7366407"/>
              <a:gd name="connsiteY18" fmla="*/ 2179929 h 3555187"/>
              <a:gd name="connsiteX19" fmla="*/ 5888736 w 7366407"/>
              <a:gd name="connsiteY19" fmla="*/ 29261 h 3555187"/>
              <a:gd name="connsiteX20" fmla="*/ 6166714 w 7366407"/>
              <a:gd name="connsiteY20" fmla="*/ 3489350 h 3555187"/>
              <a:gd name="connsiteX21" fmla="*/ 6510528 w 7366407"/>
              <a:gd name="connsiteY21" fmla="*/ 1331366 h 3555187"/>
              <a:gd name="connsiteX22" fmla="*/ 6620256 w 7366407"/>
              <a:gd name="connsiteY22" fmla="*/ 1880006 h 3555187"/>
              <a:gd name="connsiteX23" fmla="*/ 7366407 w 7366407"/>
              <a:gd name="connsiteY23" fmla="*/ 1887322 h 3555187"/>
              <a:gd name="connsiteX0" fmla="*/ 0 w 7366407"/>
              <a:gd name="connsiteY0" fmla="*/ 1865375 h 3555187"/>
              <a:gd name="connsiteX1" fmla="*/ 885139 w 7366407"/>
              <a:gd name="connsiteY1" fmla="*/ 1858061 h 3555187"/>
              <a:gd name="connsiteX2" fmla="*/ 1009498 w 7366407"/>
              <a:gd name="connsiteY2" fmla="*/ 1228954 h 3555187"/>
              <a:gd name="connsiteX3" fmla="*/ 1294790 w 7366407"/>
              <a:gd name="connsiteY3" fmla="*/ 3555187 h 3555187"/>
              <a:gd name="connsiteX4" fmla="*/ 1587398 w 7366407"/>
              <a:gd name="connsiteY4" fmla="*/ 7315 h 3555187"/>
              <a:gd name="connsiteX5" fmla="*/ 1799539 w 7366407"/>
              <a:gd name="connsiteY5" fmla="*/ 2216505 h 3555187"/>
              <a:gd name="connsiteX6" fmla="*/ 2038831 w 7366407"/>
              <a:gd name="connsiteY6" fmla="*/ 1838381 h 3555187"/>
              <a:gd name="connsiteX7" fmla="*/ 3518611 w 7366407"/>
              <a:gd name="connsiteY7" fmla="*/ 1843430 h 3555187"/>
              <a:gd name="connsiteX8" fmla="*/ 3501871 w 7366407"/>
              <a:gd name="connsiteY8" fmla="*/ 1845697 h 3555187"/>
              <a:gd name="connsiteX9" fmla="*/ 2472538 w 7366407"/>
              <a:gd name="connsiteY9" fmla="*/ 409651 h 3555187"/>
              <a:gd name="connsiteX10" fmla="*/ 3160166 w 7366407"/>
              <a:gd name="connsiteY10" fmla="*/ 14630 h 3555187"/>
              <a:gd name="connsiteX11" fmla="*/ 3803904 w 7366407"/>
              <a:gd name="connsiteY11" fmla="*/ 387705 h 3555187"/>
              <a:gd name="connsiteX12" fmla="*/ 4462272 w 7366407"/>
              <a:gd name="connsiteY12" fmla="*/ 0 h 3555187"/>
              <a:gd name="connsiteX13" fmla="*/ 5113325 w 7366407"/>
              <a:gd name="connsiteY13" fmla="*/ 475488 h 3555187"/>
              <a:gd name="connsiteX14" fmla="*/ 4089196 w 7366407"/>
              <a:gd name="connsiteY14" fmla="*/ 1843431 h 3555187"/>
              <a:gd name="connsiteX15" fmla="*/ 5479085 w 7366407"/>
              <a:gd name="connsiteY15" fmla="*/ 1865376 h 3555187"/>
              <a:gd name="connsiteX16" fmla="*/ 5498920 w 7366407"/>
              <a:gd name="connsiteY16" fmla="*/ 1860327 h 3555187"/>
              <a:gd name="connsiteX17" fmla="*/ 5698541 w 7366407"/>
              <a:gd name="connsiteY17" fmla="*/ 2179929 h 3555187"/>
              <a:gd name="connsiteX18" fmla="*/ 5888736 w 7366407"/>
              <a:gd name="connsiteY18" fmla="*/ 29261 h 3555187"/>
              <a:gd name="connsiteX19" fmla="*/ 6166714 w 7366407"/>
              <a:gd name="connsiteY19" fmla="*/ 3489350 h 3555187"/>
              <a:gd name="connsiteX20" fmla="*/ 6510528 w 7366407"/>
              <a:gd name="connsiteY20" fmla="*/ 1331366 h 3555187"/>
              <a:gd name="connsiteX21" fmla="*/ 6620256 w 7366407"/>
              <a:gd name="connsiteY21" fmla="*/ 1880006 h 3555187"/>
              <a:gd name="connsiteX22" fmla="*/ 7366407 w 7366407"/>
              <a:gd name="connsiteY22" fmla="*/ 1887322 h 3555187"/>
              <a:gd name="connsiteX0" fmla="*/ 0 w 7366407"/>
              <a:gd name="connsiteY0" fmla="*/ 1865375 h 3555187"/>
              <a:gd name="connsiteX1" fmla="*/ 885139 w 7366407"/>
              <a:gd name="connsiteY1" fmla="*/ 1858061 h 3555187"/>
              <a:gd name="connsiteX2" fmla="*/ 1009498 w 7366407"/>
              <a:gd name="connsiteY2" fmla="*/ 1228954 h 3555187"/>
              <a:gd name="connsiteX3" fmla="*/ 1294790 w 7366407"/>
              <a:gd name="connsiteY3" fmla="*/ 3555187 h 3555187"/>
              <a:gd name="connsiteX4" fmla="*/ 1587398 w 7366407"/>
              <a:gd name="connsiteY4" fmla="*/ 7315 h 3555187"/>
              <a:gd name="connsiteX5" fmla="*/ 1799539 w 7366407"/>
              <a:gd name="connsiteY5" fmla="*/ 2216505 h 3555187"/>
              <a:gd name="connsiteX6" fmla="*/ 2038831 w 7366407"/>
              <a:gd name="connsiteY6" fmla="*/ 1838381 h 3555187"/>
              <a:gd name="connsiteX7" fmla="*/ 3518611 w 7366407"/>
              <a:gd name="connsiteY7" fmla="*/ 1843430 h 3555187"/>
              <a:gd name="connsiteX8" fmla="*/ 3501871 w 7366407"/>
              <a:gd name="connsiteY8" fmla="*/ 1845697 h 3555187"/>
              <a:gd name="connsiteX9" fmla="*/ 2472538 w 7366407"/>
              <a:gd name="connsiteY9" fmla="*/ 409651 h 3555187"/>
              <a:gd name="connsiteX10" fmla="*/ 3160166 w 7366407"/>
              <a:gd name="connsiteY10" fmla="*/ 14630 h 3555187"/>
              <a:gd name="connsiteX11" fmla="*/ 3803904 w 7366407"/>
              <a:gd name="connsiteY11" fmla="*/ 387705 h 3555187"/>
              <a:gd name="connsiteX12" fmla="*/ 4462272 w 7366407"/>
              <a:gd name="connsiteY12" fmla="*/ 0 h 3555187"/>
              <a:gd name="connsiteX13" fmla="*/ 5113325 w 7366407"/>
              <a:gd name="connsiteY13" fmla="*/ 475488 h 3555187"/>
              <a:gd name="connsiteX14" fmla="*/ 4089196 w 7366407"/>
              <a:gd name="connsiteY14" fmla="*/ 1843431 h 3555187"/>
              <a:gd name="connsiteX15" fmla="*/ 5479085 w 7366407"/>
              <a:gd name="connsiteY15" fmla="*/ 1865376 h 3555187"/>
              <a:gd name="connsiteX16" fmla="*/ 5498920 w 7366407"/>
              <a:gd name="connsiteY16" fmla="*/ 1860327 h 3555187"/>
              <a:gd name="connsiteX17" fmla="*/ 5793639 w 7366407"/>
              <a:gd name="connsiteY17" fmla="*/ 2238451 h 3555187"/>
              <a:gd name="connsiteX18" fmla="*/ 5888736 w 7366407"/>
              <a:gd name="connsiteY18" fmla="*/ 29261 h 3555187"/>
              <a:gd name="connsiteX19" fmla="*/ 6166714 w 7366407"/>
              <a:gd name="connsiteY19" fmla="*/ 3489350 h 3555187"/>
              <a:gd name="connsiteX20" fmla="*/ 6510528 w 7366407"/>
              <a:gd name="connsiteY20" fmla="*/ 1331366 h 3555187"/>
              <a:gd name="connsiteX21" fmla="*/ 6620256 w 7366407"/>
              <a:gd name="connsiteY21" fmla="*/ 1880006 h 3555187"/>
              <a:gd name="connsiteX22" fmla="*/ 7366407 w 7366407"/>
              <a:gd name="connsiteY22" fmla="*/ 1887322 h 3555187"/>
              <a:gd name="connsiteX0" fmla="*/ 0 w 7366407"/>
              <a:gd name="connsiteY0" fmla="*/ 1872690 h 3562502"/>
              <a:gd name="connsiteX1" fmla="*/ 885139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45696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5976519 w 7366407"/>
              <a:gd name="connsiteY18" fmla="*/ 0 h 3562502"/>
              <a:gd name="connsiteX19" fmla="*/ 6166714 w 7366407"/>
              <a:gd name="connsiteY19" fmla="*/ 3496665 h 3562502"/>
              <a:gd name="connsiteX20" fmla="*/ 6510528 w 7366407"/>
              <a:gd name="connsiteY20" fmla="*/ 1338681 h 3562502"/>
              <a:gd name="connsiteX21" fmla="*/ 6620256 w 7366407"/>
              <a:gd name="connsiteY21" fmla="*/ 1887321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885139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45696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166714 w 7366407"/>
              <a:gd name="connsiteY19" fmla="*/ 3496665 h 3562502"/>
              <a:gd name="connsiteX20" fmla="*/ 6510528 w 7366407"/>
              <a:gd name="connsiteY20" fmla="*/ 1338681 h 3562502"/>
              <a:gd name="connsiteX21" fmla="*/ 6620256 w 7366407"/>
              <a:gd name="connsiteY21" fmla="*/ 1887321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885139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45696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10528 w 7366407"/>
              <a:gd name="connsiteY20" fmla="*/ 1338681 h 3562502"/>
              <a:gd name="connsiteX21" fmla="*/ 6620256 w 7366407"/>
              <a:gd name="connsiteY21" fmla="*/ 1887321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885139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45696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61734 w 7366407"/>
              <a:gd name="connsiteY20" fmla="*/ 1265529 h 3562502"/>
              <a:gd name="connsiteX21" fmla="*/ 6620256 w 7366407"/>
              <a:gd name="connsiteY21" fmla="*/ 1887321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885139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45696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90995 w 7366407"/>
              <a:gd name="connsiteY20" fmla="*/ 1250899 h 3562502"/>
              <a:gd name="connsiteX21" fmla="*/ 6620256 w 7366407"/>
              <a:gd name="connsiteY21" fmla="*/ 1887321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885139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45696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90995 w 7366407"/>
              <a:gd name="connsiteY20" fmla="*/ 1250899 h 3562502"/>
              <a:gd name="connsiteX21" fmla="*/ 6686093 w 7366407"/>
              <a:gd name="connsiteY21" fmla="*/ 1894636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45696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90995 w 7366407"/>
              <a:gd name="connsiteY20" fmla="*/ 1250899 h 3562502"/>
              <a:gd name="connsiteX21" fmla="*/ 6686093 w 7366407"/>
              <a:gd name="connsiteY21" fmla="*/ 1894636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74957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72691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90995 w 7366407"/>
              <a:gd name="connsiteY20" fmla="*/ 1250899 h 3562502"/>
              <a:gd name="connsiteX21" fmla="*/ 6686093 w 7366407"/>
              <a:gd name="connsiteY21" fmla="*/ 1894636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74957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9085 w 7366407"/>
              <a:gd name="connsiteY15" fmla="*/ 1850745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90995 w 7366407"/>
              <a:gd name="connsiteY20" fmla="*/ 1250899 h 3562502"/>
              <a:gd name="connsiteX21" fmla="*/ 6686093 w 7366407"/>
              <a:gd name="connsiteY21" fmla="*/ 1894636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74957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71770 w 7366407"/>
              <a:gd name="connsiteY15" fmla="*/ 1880006 h 3562502"/>
              <a:gd name="connsiteX16" fmla="*/ 5498920 w 7366407"/>
              <a:gd name="connsiteY16" fmla="*/ 1867642 h 3562502"/>
              <a:gd name="connsiteX17" fmla="*/ 5793639 w 7366407"/>
              <a:gd name="connsiteY17" fmla="*/ 2245766 h 3562502"/>
              <a:gd name="connsiteX18" fmla="*/ 6005780 w 7366407"/>
              <a:gd name="connsiteY18" fmla="*/ 0 h 3562502"/>
              <a:gd name="connsiteX19" fmla="*/ 6269127 w 7366407"/>
              <a:gd name="connsiteY19" fmla="*/ 3533241 h 3562502"/>
              <a:gd name="connsiteX20" fmla="*/ 6590995 w 7366407"/>
              <a:gd name="connsiteY20" fmla="*/ 1250899 h 3562502"/>
              <a:gd name="connsiteX21" fmla="*/ 6686093 w 7366407"/>
              <a:gd name="connsiteY21" fmla="*/ 1894636 h 3562502"/>
              <a:gd name="connsiteX22" fmla="*/ 7366407 w 7366407"/>
              <a:gd name="connsiteY22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74957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089196 w 7366407"/>
              <a:gd name="connsiteY14" fmla="*/ 1850746 h 3562502"/>
              <a:gd name="connsiteX15" fmla="*/ 5498920 w 7366407"/>
              <a:gd name="connsiteY15" fmla="*/ 1867642 h 3562502"/>
              <a:gd name="connsiteX16" fmla="*/ 5793639 w 7366407"/>
              <a:gd name="connsiteY16" fmla="*/ 2245766 h 3562502"/>
              <a:gd name="connsiteX17" fmla="*/ 6005780 w 7366407"/>
              <a:gd name="connsiteY17" fmla="*/ 0 h 3562502"/>
              <a:gd name="connsiteX18" fmla="*/ 6269127 w 7366407"/>
              <a:gd name="connsiteY18" fmla="*/ 3533241 h 3562502"/>
              <a:gd name="connsiteX19" fmla="*/ 6590995 w 7366407"/>
              <a:gd name="connsiteY19" fmla="*/ 1250899 h 3562502"/>
              <a:gd name="connsiteX20" fmla="*/ 6686093 w 7366407"/>
              <a:gd name="connsiteY20" fmla="*/ 1894636 h 3562502"/>
              <a:gd name="connsiteX21" fmla="*/ 7366407 w 7366407"/>
              <a:gd name="connsiteY21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74957 h 3562502"/>
              <a:gd name="connsiteX7" fmla="*/ 3518611 w 7366407"/>
              <a:gd name="connsiteY7" fmla="*/ 1850745 h 3562502"/>
              <a:gd name="connsiteX8" fmla="*/ 3501871 w 7366407"/>
              <a:gd name="connsiteY8" fmla="*/ 1853012 h 3562502"/>
              <a:gd name="connsiteX9" fmla="*/ 2472538 w 7366407"/>
              <a:gd name="connsiteY9" fmla="*/ 416966 h 3562502"/>
              <a:gd name="connsiteX10" fmla="*/ 3160166 w 7366407"/>
              <a:gd name="connsiteY10" fmla="*/ 21945 h 3562502"/>
              <a:gd name="connsiteX11" fmla="*/ 3803904 w 7366407"/>
              <a:gd name="connsiteY11" fmla="*/ 395020 h 3562502"/>
              <a:gd name="connsiteX12" fmla="*/ 4462272 w 7366407"/>
              <a:gd name="connsiteY12" fmla="*/ 7315 h 3562502"/>
              <a:gd name="connsiteX13" fmla="*/ 5113325 w 7366407"/>
              <a:gd name="connsiteY13" fmla="*/ 482803 h 3562502"/>
              <a:gd name="connsiteX14" fmla="*/ 4140402 w 7366407"/>
              <a:gd name="connsiteY14" fmla="*/ 1880007 h 3562502"/>
              <a:gd name="connsiteX15" fmla="*/ 5498920 w 7366407"/>
              <a:gd name="connsiteY15" fmla="*/ 1867642 h 3562502"/>
              <a:gd name="connsiteX16" fmla="*/ 5793639 w 7366407"/>
              <a:gd name="connsiteY16" fmla="*/ 2245766 h 3562502"/>
              <a:gd name="connsiteX17" fmla="*/ 6005780 w 7366407"/>
              <a:gd name="connsiteY17" fmla="*/ 0 h 3562502"/>
              <a:gd name="connsiteX18" fmla="*/ 6269127 w 7366407"/>
              <a:gd name="connsiteY18" fmla="*/ 3533241 h 3562502"/>
              <a:gd name="connsiteX19" fmla="*/ 6590995 w 7366407"/>
              <a:gd name="connsiteY19" fmla="*/ 1250899 h 3562502"/>
              <a:gd name="connsiteX20" fmla="*/ 6686093 w 7366407"/>
              <a:gd name="connsiteY20" fmla="*/ 1894636 h 3562502"/>
              <a:gd name="connsiteX21" fmla="*/ 7366407 w 7366407"/>
              <a:gd name="connsiteY21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74957 h 3562502"/>
              <a:gd name="connsiteX7" fmla="*/ 3501871 w 7366407"/>
              <a:gd name="connsiteY7" fmla="*/ 1853012 h 3562502"/>
              <a:gd name="connsiteX8" fmla="*/ 2472538 w 7366407"/>
              <a:gd name="connsiteY8" fmla="*/ 416966 h 3562502"/>
              <a:gd name="connsiteX9" fmla="*/ 3160166 w 7366407"/>
              <a:gd name="connsiteY9" fmla="*/ 21945 h 3562502"/>
              <a:gd name="connsiteX10" fmla="*/ 3803904 w 7366407"/>
              <a:gd name="connsiteY10" fmla="*/ 395020 h 3562502"/>
              <a:gd name="connsiteX11" fmla="*/ 4462272 w 7366407"/>
              <a:gd name="connsiteY11" fmla="*/ 7315 h 3562502"/>
              <a:gd name="connsiteX12" fmla="*/ 5113325 w 7366407"/>
              <a:gd name="connsiteY12" fmla="*/ 482803 h 3562502"/>
              <a:gd name="connsiteX13" fmla="*/ 4140402 w 7366407"/>
              <a:gd name="connsiteY13" fmla="*/ 1880007 h 3562502"/>
              <a:gd name="connsiteX14" fmla="*/ 5498920 w 7366407"/>
              <a:gd name="connsiteY14" fmla="*/ 1867642 h 3562502"/>
              <a:gd name="connsiteX15" fmla="*/ 5793639 w 7366407"/>
              <a:gd name="connsiteY15" fmla="*/ 2245766 h 3562502"/>
              <a:gd name="connsiteX16" fmla="*/ 6005780 w 7366407"/>
              <a:gd name="connsiteY16" fmla="*/ 0 h 3562502"/>
              <a:gd name="connsiteX17" fmla="*/ 6269127 w 7366407"/>
              <a:gd name="connsiteY17" fmla="*/ 3533241 h 3562502"/>
              <a:gd name="connsiteX18" fmla="*/ 6590995 w 7366407"/>
              <a:gd name="connsiteY18" fmla="*/ 1250899 h 3562502"/>
              <a:gd name="connsiteX19" fmla="*/ 6686093 w 7366407"/>
              <a:gd name="connsiteY19" fmla="*/ 1894636 h 3562502"/>
              <a:gd name="connsiteX20" fmla="*/ 7366407 w 7366407"/>
              <a:gd name="connsiteY20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799539 w 7366407"/>
              <a:gd name="connsiteY5" fmla="*/ 2223820 h 3562502"/>
              <a:gd name="connsiteX6" fmla="*/ 2038831 w 7366407"/>
              <a:gd name="connsiteY6" fmla="*/ 1874957 h 3562502"/>
              <a:gd name="connsiteX7" fmla="*/ 3457980 w 7366407"/>
              <a:gd name="connsiteY7" fmla="*/ 1889588 h 3562502"/>
              <a:gd name="connsiteX8" fmla="*/ 2472538 w 7366407"/>
              <a:gd name="connsiteY8" fmla="*/ 416966 h 3562502"/>
              <a:gd name="connsiteX9" fmla="*/ 3160166 w 7366407"/>
              <a:gd name="connsiteY9" fmla="*/ 21945 h 3562502"/>
              <a:gd name="connsiteX10" fmla="*/ 3803904 w 7366407"/>
              <a:gd name="connsiteY10" fmla="*/ 395020 h 3562502"/>
              <a:gd name="connsiteX11" fmla="*/ 4462272 w 7366407"/>
              <a:gd name="connsiteY11" fmla="*/ 7315 h 3562502"/>
              <a:gd name="connsiteX12" fmla="*/ 5113325 w 7366407"/>
              <a:gd name="connsiteY12" fmla="*/ 482803 h 3562502"/>
              <a:gd name="connsiteX13" fmla="*/ 4140402 w 7366407"/>
              <a:gd name="connsiteY13" fmla="*/ 1880007 h 3562502"/>
              <a:gd name="connsiteX14" fmla="*/ 5498920 w 7366407"/>
              <a:gd name="connsiteY14" fmla="*/ 1867642 h 3562502"/>
              <a:gd name="connsiteX15" fmla="*/ 5793639 w 7366407"/>
              <a:gd name="connsiteY15" fmla="*/ 2245766 h 3562502"/>
              <a:gd name="connsiteX16" fmla="*/ 6005780 w 7366407"/>
              <a:gd name="connsiteY16" fmla="*/ 0 h 3562502"/>
              <a:gd name="connsiteX17" fmla="*/ 6269127 w 7366407"/>
              <a:gd name="connsiteY17" fmla="*/ 3533241 h 3562502"/>
              <a:gd name="connsiteX18" fmla="*/ 6590995 w 7366407"/>
              <a:gd name="connsiteY18" fmla="*/ 1250899 h 3562502"/>
              <a:gd name="connsiteX19" fmla="*/ 6686093 w 7366407"/>
              <a:gd name="connsiteY19" fmla="*/ 1894636 h 3562502"/>
              <a:gd name="connsiteX20" fmla="*/ 7366407 w 7366407"/>
              <a:gd name="connsiteY20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865376 w 7366407"/>
              <a:gd name="connsiteY5" fmla="*/ 2238450 h 3562502"/>
              <a:gd name="connsiteX6" fmla="*/ 2038831 w 7366407"/>
              <a:gd name="connsiteY6" fmla="*/ 1874957 h 3562502"/>
              <a:gd name="connsiteX7" fmla="*/ 3457980 w 7366407"/>
              <a:gd name="connsiteY7" fmla="*/ 1889588 h 3562502"/>
              <a:gd name="connsiteX8" fmla="*/ 2472538 w 7366407"/>
              <a:gd name="connsiteY8" fmla="*/ 416966 h 3562502"/>
              <a:gd name="connsiteX9" fmla="*/ 3160166 w 7366407"/>
              <a:gd name="connsiteY9" fmla="*/ 21945 h 3562502"/>
              <a:gd name="connsiteX10" fmla="*/ 3803904 w 7366407"/>
              <a:gd name="connsiteY10" fmla="*/ 395020 h 3562502"/>
              <a:gd name="connsiteX11" fmla="*/ 4462272 w 7366407"/>
              <a:gd name="connsiteY11" fmla="*/ 7315 h 3562502"/>
              <a:gd name="connsiteX12" fmla="*/ 5113325 w 7366407"/>
              <a:gd name="connsiteY12" fmla="*/ 482803 h 3562502"/>
              <a:gd name="connsiteX13" fmla="*/ 4140402 w 7366407"/>
              <a:gd name="connsiteY13" fmla="*/ 1880007 h 3562502"/>
              <a:gd name="connsiteX14" fmla="*/ 5498920 w 7366407"/>
              <a:gd name="connsiteY14" fmla="*/ 1867642 h 3562502"/>
              <a:gd name="connsiteX15" fmla="*/ 5793639 w 7366407"/>
              <a:gd name="connsiteY15" fmla="*/ 2245766 h 3562502"/>
              <a:gd name="connsiteX16" fmla="*/ 6005780 w 7366407"/>
              <a:gd name="connsiteY16" fmla="*/ 0 h 3562502"/>
              <a:gd name="connsiteX17" fmla="*/ 6269127 w 7366407"/>
              <a:gd name="connsiteY17" fmla="*/ 3533241 h 3562502"/>
              <a:gd name="connsiteX18" fmla="*/ 6590995 w 7366407"/>
              <a:gd name="connsiteY18" fmla="*/ 1250899 h 3562502"/>
              <a:gd name="connsiteX19" fmla="*/ 6686093 w 7366407"/>
              <a:gd name="connsiteY19" fmla="*/ 1894636 h 3562502"/>
              <a:gd name="connsiteX20" fmla="*/ 7366407 w 7366407"/>
              <a:gd name="connsiteY20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865376 w 7366407"/>
              <a:gd name="connsiteY5" fmla="*/ 2238450 h 3562502"/>
              <a:gd name="connsiteX6" fmla="*/ 2038831 w 7366407"/>
              <a:gd name="connsiteY6" fmla="*/ 1874957 h 3562502"/>
              <a:gd name="connsiteX7" fmla="*/ 3457980 w 7366407"/>
              <a:gd name="connsiteY7" fmla="*/ 1889588 h 3562502"/>
              <a:gd name="connsiteX8" fmla="*/ 2472538 w 7366407"/>
              <a:gd name="connsiteY8" fmla="*/ 416966 h 3562502"/>
              <a:gd name="connsiteX9" fmla="*/ 3160166 w 7366407"/>
              <a:gd name="connsiteY9" fmla="*/ 21945 h 3562502"/>
              <a:gd name="connsiteX10" fmla="*/ 3803904 w 7366407"/>
              <a:gd name="connsiteY10" fmla="*/ 395020 h 3562502"/>
              <a:gd name="connsiteX11" fmla="*/ 4462272 w 7366407"/>
              <a:gd name="connsiteY11" fmla="*/ 7315 h 3562502"/>
              <a:gd name="connsiteX12" fmla="*/ 5113325 w 7366407"/>
              <a:gd name="connsiteY12" fmla="*/ 482803 h 3562502"/>
              <a:gd name="connsiteX13" fmla="*/ 4140402 w 7366407"/>
              <a:gd name="connsiteY13" fmla="*/ 1880007 h 3562502"/>
              <a:gd name="connsiteX14" fmla="*/ 5498920 w 7366407"/>
              <a:gd name="connsiteY14" fmla="*/ 1867642 h 3562502"/>
              <a:gd name="connsiteX15" fmla="*/ 5720487 w 7366407"/>
              <a:gd name="connsiteY15" fmla="*/ 2238450 h 3562502"/>
              <a:gd name="connsiteX16" fmla="*/ 6005780 w 7366407"/>
              <a:gd name="connsiteY16" fmla="*/ 0 h 3562502"/>
              <a:gd name="connsiteX17" fmla="*/ 6269127 w 7366407"/>
              <a:gd name="connsiteY17" fmla="*/ 3533241 h 3562502"/>
              <a:gd name="connsiteX18" fmla="*/ 6590995 w 7366407"/>
              <a:gd name="connsiteY18" fmla="*/ 1250899 h 3562502"/>
              <a:gd name="connsiteX19" fmla="*/ 6686093 w 7366407"/>
              <a:gd name="connsiteY19" fmla="*/ 1894636 h 3562502"/>
              <a:gd name="connsiteX20" fmla="*/ 7366407 w 7366407"/>
              <a:gd name="connsiteY20" fmla="*/ 1894637 h 3562502"/>
              <a:gd name="connsiteX0" fmla="*/ 0 w 7366407"/>
              <a:gd name="connsiteY0" fmla="*/ 1872690 h 3562502"/>
              <a:gd name="connsiteX1" fmla="*/ 907085 w 7366407"/>
              <a:gd name="connsiteY1" fmla="*/ 1865376 h 3562502"/>
              <a:gd name="connsiteX2" fmla="*/ 1009498 w 7366407"/>
              <a:gd name="connsiteY2" fmla="*/ 1236269 h 3562502"/>
              <a:gd name="connsiteX3" fmla="*/ 1294790 w 7366407"/>
              <a:gd name="connsiteY3" fmla="*/ 3562502 h 3562502"/>
              <a:gd name="connsiteX4" fmla="*/ 1587398 w 7366407"/>
              <a:gd name="connsiteY4" fmla="*/ 14630 h 3562502"/>
              <a:gd name="connsiteX5" fmla="*/ 1865376 w 7366407"/>
              <a:gd name="connsiteY5" fmla="*/ 2238450 h 3562502"/>
              <a:gd name="connsiteX6" fmla="*/ 2038831 w 7366407"/>
              <a:gd name="connsiteY6" fmla="*/ 1874957 h 3562502"/>
              <a:gd name="connsiteX7" fmla="*/ 3457980 w 7366407"/>
              <a:gd name="connsiteY7" fmla="*/ 1889588 h 3562502"/>
              <a:gd name="connsiteX8" fmla="*/ 2472538 w 7366407"/>
              <a:gd name="connsiteY8" fmla="*/ 416966 h 3562502"/>
              <a:gd name="connsiteX9" fmla="*/ 3160166 w 7366407"/>
              <a:gd name="connsiteY9" fmla="*/ 21945 h 3562502"/>
              <a:gd name="connsiteX10" fmla="*/ 3803904 w 7366407"/>
              <a:gd name="connsiteY10" fmla="*/ 395020 h 3562502"/>
              <a:gd name="connsiteX11" fmla="*/ 4462272 w 7366407"/>
              <a:gd name="connsiteY11" fmla="*/ 7315 h 3562502"/>
              <a:gd name="connsiteX12" fmla="*/ 5113325 w 7366407"/>
              <a:gd name="connsiteY12" fmla="*/ 482803 h 3562502"/>
              <a:gd name="connsiteX13" fmla="*/ 4140402 w 7366407"/>
              <a:gd name="connsiteY13" fmla="*/ 1880007 h 3562502"/>
              <a:gd name="connsiteX14" fmla="*/ 5498920 w 7366407"/>
              <a:gd name="connsiteY14" fmla="*/ 1896902 h 3562502"/>
              <a:gd name="connsiteX15" fmla="*/ 5720487 w 7366407"/>
              <a:gd name="connsiteY15" fmla="*/ 2238450 h 3562502"/>
              <a:gd name="connsiteX16" fmla="*/ 6005780 w 7366407"/>
              <a:gd name="connsiteY16" fmla="*/ 0 h 3562502"/>
              <a:gd name="connsiteX17" fmla="*/ 6269127 w 7366407"/>
              <a:gd name="connsiteY17" fmla="*/ 3533241 h 3562502"/>
              <a:gd name="connsiteX18" fmla="*/ 6590995 w 7366407"/>
              <a:gd name="connsiteY18" fmla="*/ 1250899 h 3562502"/>
              <a:gd name="connsiteX19" fmla="*/ 6686093 w 7366407"/>
              <a:gd name="connsiteY19" fmla="*/ 1894636 h 3562502"/>
              <a:gd name="connsiteX20" fmla="*/ 7366407 w 7366407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16966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13325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16966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13325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16966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13325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16966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13325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16966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13325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16966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60857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6016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30905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30905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72538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43277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43277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2690 h 3562502"/>
              <a:gd name="connsiteX1" fmla="*/ 907085 w 7454190"/>
              <a:gd name="connsiteY1" fmla="*/ 1865376 h 3562502"/>
              <a:gd name="connsiteX2" fmla="*/ 1009498 w 7454190"/>
              <a:gd name="connsiteY2" fmla="*/ 1236269 h 3562502"/>
              <a:gd name="connsiteX3" fmla="*/ 1294790 w 7454190"/>
              <a:gd name="connsiteY3" fmla="*/ 3562502 h 3562502"/>
              <a:gd name="connsiteX4" fmla="*/ 1587398 w 7454190"/>
              <a:gd name="connsiteY4" fmla="*/ 14630 h 3562502"/>
              <a:gd name="connsiteX5" fmla="*/ 1865376 w 7454190"/>
              <a:gd name="connsiteY5" fmla="*/ 2238450 h 3562502"/>
              <a:gd name="connsiteX6" fmla="*/ 2038831 w 7454190"/>
              <a:gd name="connsiteY6" fmla="*/ 1874957 h 3562502"/>
              <a:gd name="connsiteX7" fmla="*/ 3457980 w 7454190"/>
              <a:gd name="connsiteY7" fmla="*/ 1889588 h 3562502"/>
              <a:gd name="connsiteX8" fmla="*/ 2443277 w 7454190"/>
              <a:gd name="connsiteY8" fmla="*/ 490118 h 3562502"/>
              <a:gd name="connsiteX9" fmla="*/ 3174796 w 7454190"/>
              <a:gd name="connsiteY9" fmla="*/ 21945 h 3562502"/>
              <a:gd name="connsiteX10" fmla="*/ 3803904 w 7454190"/>
              <a:gd name="connsiteY10" fmla="*/ 395020 h 3562502"/>
              <a:gd name="connsiteX11" fmla="*/ 4462272 w 7454190"/>
              <a:gd name="connsiteY11" fmla="*/ 7315 h 3562502"/>
              <a:gd name="connsiteX12" fmla="*/ 5171847 w 7454190"/>
              <a:gd name="connsiteY12" fmla="*/ 482803 h 3562502"/>
              <a:gd name="connsiteX13" fmla="*/ 4140402 w 7454190"/>
              <a:gd name="connsiteY13" fmla="*/ 1880007 h 3562502"/>
              <a:gd name="connsiteX14" fmla="*/ 5498920 w 7454190"/>
              <a:gd name="connsiteY14" fmla="*/ 1896902 h 3562502"/>
              <a:gd name="connsiteX15" fmla="*/ 5720487 w 7454190"/>
              <a:gd name="connsiteY15" fmla="*/ 2238450 h 3562502"/>
              <a:gd name="connsiteX16" fmla="*/ 6005780 w 7454190"/>
              <a:gd name="connsiteY16" fmla="*/ 0 h 3562502"/>
              <a:gd name="connsiteX17" fmla="*/ 6269127 w 7454190"/>
              <a:gd name="connsiteY17" fmla="*/ 3533241 h 3562502"/>
              <a:gd name="connsiteX18" fmla="*/ 6590995 w 7454190"/>
              <a:gd name="connsiteY18" fmla="*/ 1250899 h 3562502"/>
              <a:gd name="connsiteX19" fmla="*/ 6686093 w 7454190"/>
              <a:gd name="connsiteY19" fmla="*/ 1894636 h 3562502"/>
              <a:gd name="connsiteX20" fmla="*/ 7454190 w 7454190"/>
              <a:gd name="connsiteY20" fmla="*/ 1894637 h 3562502"/>
              <a:gd name="connsiteX0" fmla="*/ 0 w 7454190"/>
              <a:gd name="connsiteY0" fmla="*/ 1874097 h 3563909"/>
              <a:gd name="connsiteX1" fmla="*/ 907085 w 7454190"/>
              <a:gd name="connsiteY1" fmla="*/ 1866783 h 3563909"/>
              <a:gd name="connsiteX2" fmla="*/ 1009498 w 7454190"/>
              <a:gd name="connsiteY2" fmla="*/ 1237676 h 3563909"/>
              <a:gd name="connsiteX3" fmla="*/ 1294790 w 7454190"/>
              <a:gd name="connsiteY3" fmla="*/ 3563909 h 3563909"/>
              <a:gd name="connsiteX4" fmla="*/ 1587398 w 7454190"/>
              <a:gd name="connsiteY4" fmla="*/ 16037 h 3563909"/>
              <a:gd name="connsiteX5" fmla="*/ 1865376 w 7454190"/>
              <a:gd name="connsiteY5" fmla="*/ 2239857 h 3563909"/>
              <a:gd name="connsiteX6" fmla="*/ 2038831 w 7454190"/>
              <a:gd name="connsiteY6" fmla="*/ 1876364 h 3563909"/>
              <a:gd name="connsiteX7" fmla="*/ 3457980 w 7454190"/>
              <a:gd name="connsiteY7" fmla="*/ 1890995 h 3563909"/>
              <a:gd name="connsiteX8" fmla="*/ 2443277 w 7454190"/>
              <a:gd name="connsiteY8" fmla="*/ 491525 h 3563909"/>
              <a:gd name="connsiteX9" fmla="*/ 3043123 w 7454190"/>
              <a:gd name="connsiteY9" fmla="*/ 1407 h 3563909"/>
              <a:gd name="connsiteX10" fmla="*/ 3803904 w 7454190"/>
              <a:gd name="connsiteY10" fmla="*/ 396427 h 3563909"/>
              <a:gd name="connsiteX11" fmla="*/ 4462272 w 7454190"/>
              <a:gd name="connsiteY11" fmla="*/ 8722 h 3563909"/>
              <a:gd name="connsiteX12" fmla="*/ 5171847 w 7454190"/>
              <a:gd name="connsiteY12" fmla="*/ 484210 h 3563909"/>
              <a:gd name="connsiteX13" fmla="*/ 4140402 w 7454190"/>
              <a:gd name="connsiteY13" fmla="*/ 1881414 h 3563909"/>
              <a:gd name="connsiteX14" fmla="*/ 5498920 w 7454190"/>
              <a:gd name="connsiteY14" fmla="*/ 1898309 h 3563909"/>
              <a:gd name="connsiteX15" fmla="*/ 5720487 w 7454190"/>
              <a:gd name="connsiteY15" fmla="*/ 2239857 h 3563909"/>
              <a:gd name="connsiteX16" fmla="*/ 6005780 w 7454190"/>
              <a:gd name="connsiteY16" fmla="*/ 1407 h 3563909"/>
              <a:gd name="connsiteX17" fmla="*/ 6269127 w 7454190"/>
              <a:gd name="connsiteY17" fmla="*/ 3534648 h 3563909"/>
              <a:gd name="connsiteX18" fmla="*/ 6590995 w 7454190"/>
              <a:gd name="connsiteY18" fmla="*/ 1252306 h 3563909"/>
              <a:gd name="connsiteX19" fmla="*/ 6686093 w 7454190"/>
              <a:gd name="connsiteY19" fmla="*/ 1896043 h 3563909"/>
              <a:gd name="connsiteX20" fmla="*/ 7454190 w 7454190"/>
              <a:gd name="connsiteY20" fmla="*/ 1896044 h 3563909"/>
              <a:gd name="connsiteX0" fmla="*/ 0 w 7454190"/>
              <a:gd name="connsiteY0" fmla="*/ 1874097 h 3563909"/>
              <a:gd name="connsiteX1" fmla="*/ 907085 w 7454190"/>
              <a:gd name="connsiteY1" fmla="*/ 1866783 h 3563909"/>
              <a:gd name="connsiteX2" fmla="*/ 1009498 w 7454190"/>
              <a:gd name="connsiteY2" fmla="*/ 1237676 h 3563909"/>
              <a:gd name="connsiteX3" fmla="*/ 1294790 w 7454190"/>
              <a:gd name="connsiteY3" fmla="*/ 3563909 h 3563909"/>
              <a:gd name="connsiteX4" fmla="*/ 1587398 w 7454190"/>
              <a:gd name="connsiteY4" fmla="*/ 16037 h 3563909"/>
              <a:gd name="connsiteX5" fmla="*/ 1865376 w 7454190"/>
              <a:gd name="connsiteY5" fmla="*/ 2239857 h 3563909"/>
              <a:gd name="connsiteX6" fmla="*/ 2038831 w 7454190"/>
              <a:gd name="connsiteY6" fmla="*/ 1876364 h 3563909"/>
              <a:gd name="connsiteX7" fmla="*/ 3457980 w 7454190"/>
              <a:gd name="connsiteY7" fmla="*/ 1890995 h 3563909"/>
              <a:gd name="connsiteX8" fmla="*/ 2443277 w 7454190"/>
              <a:gd name="connsiteY8" fmla="*/ 491525 h 3563909"/>
              <a:gd name="connsiteX9" fmla="*/ 3043123 w 7454190"/>
              <a:gd name="connsiteY9" fmla="*/ 1407 h 3563909"/>
              <a:gd name="connsiteX10" fmla="*/ 3803904 w 7454190"/>
              <a:gd name="connsiteY10" fmla="*/ 396427 h 3563909"/>
              <a:gd name="connsiteX11" fmla="*/ 4586631 w 7454190"/>
              <a:gd name="connsiteY11" fmla="*/ 23352 h 3563909"/>
              <a:gd name="connsiteX12" fmla="*/ 5171847 w 7454190"/>
              <a:gd name="connsiteY12" fmla="*/ 484210 h 3563909"/>
              <a:gd name="connsiteX13" fmla="*/ 4140402 w 7454190"/>
              <a:gd name="connsiteY13" fmla="*/ 1881414 h 3563909"/>
              <a:gd name="connsiteX14" fmla="*/ 5498920 w 7454190"/>
              <a:gd name="connsiteY14" fmla="*/ 1898309 h 3563909"/>
              <a:gd name="connsiteX15" fmla="*/ 5720487 w 7454190"/>
              <a:gd name="connsiteY15" fmla="*/ 2239857 h 3563909"/>
              <a:gd name="connsiteX16" fmla="*/ 6005780 w 7454190"/>
              <a:gd name="connsiteY16" fmla="*/ 1407 h 3563909"/>
              <a:gd name="connsiteX17" fmla="*/ 6269127 w 7454190"/>
              <a:gd name="connsiteY17" fmla="*/ 3534648 h 3563909"/>
              <a:gd name="connsiteX18" fmla="*/ 6590995 w 7454190"/>
              <a:gd name="connsiteY18" fmla="*/ 1252306 h 3563909"/>
              <a:gd name="connsiteX19" fmla="*/ 6686093 w 7454190"/>
              <a:gd name="connsiteY19" fmla="*/ 1896043 h 3563909"/>
              <a:gd name="connsiteX20" fmla="*/ 7454190 w 7454190"/>
              <a:gd name="connsiteY20" fmla="*/ 1896044 h 3563909"/>
              <a:gd name="connsiteX0" fmla="*/ 0 w 7454190"/>
              <a:gd name="connsiteY0" fmla="*/ 1874097 h 3563909"/>
              <a:gd name="connsiteX1" fmla="*/ 907085 w 7454190"/>
              <a:gd name="connsiteY1" fmla="*/ 1866783 h 3563909"/>
              <a:gd name="connsiteX2" fmla="*/ 1009498 w 7454190"/>
              <a:gd name="connsiteY2" fmla="*/ 1237676 h 3563909"/>
              <a:gd name="connsiteX3" fmla="*/ 1294790 w 7454190"/>
              <a:gd name="connsiteY3" fmla="*/ 3563909 h 3563909"/>
              <a:gd name="connsiteX4" fmla="*/ 1587398 w 7454190"/>
              <a:gd name="connsiteY4" fmla="*/ 16037 h 3563909"/>
              <a:gd name="connsiteX5" fmla="*/ 1865376 w 7454190"/>
              <a:gd name="connsiteY5" fmla="*/ 2239857 h 3563909"/>
              <a:gd name="connsiteX6" fmla="*/ 2038831 w 7454190"/>
              <a:gd name="connsiteY6" fmla="*/ 1876364 h 3563909"/>
              <a:gd name="connsiteX7" fmla="*/ 3457980 w 7454190"/>
              <a:gd name="connsiteY7" fmla="*/ 1890995 h 3563909"/>
              <a:gd name="connsiteX8" fmla="*/ 2443277 w 7454190"/>
              <a:gd name="connsiteY8" fmla="*/ 491525 h 3563909"/>
              <a:gd name="connsiteX9" fmla="*/ 3043123 w 7454190"/>
              <a:gd name="connsiteY9" fmla="*/ 1407 h 3563909"/>
              <a:gd name="connsiteX10" fmla="*/ 3803904 w 7454190"/>
              <a:gd name="connsiteY10" fmla="*/ 396427 h 3563909"/>
              <a:gd name="connsiteX11" fmla="*/ 4586631 w 7454190"/>
              <a:gd name="connsiteY11" fmla="*/ 23352 h 3563909"/>
              <a:gd name="connsiteX12" fmla="*/ 5171847 w 7454190"/>
              <a:gd name="connsiteY12" fmla="*/ 484210 h 3563909"/>
              <a:gd name="connsiteX13" fmla="*/ 4140402 w 7454190"/>
              <a:gd name="connsiteY13" fmla="*/ 1881414 h 3563909"/>
              <a:gd name="connsiteX14" fmla="*/ 5498920 w 7454190"/>
              <a:gd name="connsiteY14" fmla="*/ 1898309 h 3563909"/>
              <a:gd name="connsiteX15" fmla="*/ 5720487 w 7454190"/>
              <a:gd name="connsiteY15" fmla="*/ 2239857 h 3563909"/>
              <a:gd name="connsiteX16" fmla="*/ 6005780 w 7454190"/>
              <a:gd name="connsiteY16" fmla="*/ 1407 h 3563909"/>
              <a:gd name="connsiteX17" fmla="*/ 6269127 w 7454190"/>
              <a:gd name="connsiteY17" fmla="*/ 3534648 h 3563909"/>
              <a:gd name="connsiteX18" fmla="*/ 6590995 w 7454190"/>
              <a:gd name="connsiteY18" fmla="*/ 1252306 h 3563909"/>
              <a:gd name="connsiteX19" fmla="*/ 6686093 w 7454190"/>
              <a:gd name="connsiteY19" fmla="*/ 1896043 h 3563909"/>
              <a:gd name="connsiteX20" fmla="*/ 7454190 w 7454190"/>
              <a:gd name="connsiteY20" fmla="*/ 1896044 h 3563909"/>
              <a:gd name="connsiteX0" fmla="*/ 0 w 7454190"/>
              <a:gd name="connsiteY0" fmla="*/ 1874097 h 3563909"/>
              <a:gd name="connsiteX1" fmla="*/ 907085 w 7454190"/>
              <a:gd name="connsiteY1" fmla="*/ 1866783 h 3563909"/>
              <a:gd name="connsiteX2" fmla="*/ 1009498 w 7454190"/>
              <a:gd name="connsiteY2" fmla="*/ 1237676 h 3563909"/>
              <a:gd name="connsiteX3" fmla="*/ 1294790 w 7454190"/>
              <a:gd name="connsiteY3" fmla="*/ 3563909 h 3563909"/>
              <a:gd name="connsiteX4" fmla="*/ 1587398 w 7454190"/>
              <a:gd name="connsiteY4" fmla="*/ 16037 h 3563909"/>
              <a:gd name="connsiteX5" fmla="*/ 1865376 w 7454190"/>
              <a:gd name="connsiteY5" fmla="*/ 2239857 h 3563909"/>
              <a:gd name="connsiteX6" fmla="*/ 2038831 w 7454190"/>
              <a:gd name="connsiteY6" fmla="*/ 1876364 h 3563909"/>
              <a:gd name="connsiteX7" fmla="*/ 3457980 w 7454190"/>
              <a:gd name="connsiteY7" fmla="*/ 1890995 h 3563909"/>
              <a:gd name="connsiteX8" fmla="*/ 2443277 w 7454190"/>
              <a:gd name="connsiteY8" fmla="*/ 491525 h 3563909"/>
              <a:gd name="connsiteX9" fmla="*/ 3043123 w 7454190"/>
              <a:gd name="connsiteY9" fmla="*/ 1407 h 3563909"/>
              <a:gd name="connsiteX10" fmla="*/ 3803904 w 7454190"/>
              <a:gd name="connsiteY10" fmla="*/ 396427 h 3563909"/>
              <a:gd name="connsiteX11" fmla="*/ 4586631 w 7454190"/>
              <a:gd name="connsiteY11" fmla="*/ 23352 h 3563909"/>
              <a:gd name="connsiteX12" fmla="*/ 5171847 w 7454190"/>
              <a:gd name="connsiteY12" fmla="*/ 484210 h 3563909"/>
              <a:gd name="connsiteX13" fmla="*/ 4140402 w 7454190"/>
              <a:gd name="connsiteY13" fmla="*/ 1881414 h 3563909"/>
              <a:gd name="connsiteX14" fmla="*/ 5498920 w 7454190"/>
              <a:gd name="connsiteY14" fmla="*/ 1898309 h 3563909"/>
              <a:gd name="connsiteX15" fmla="*/ 5720487 w 7454190"/>
              <a:gd name="connsiteY15" fmla="*/ 2239857 h 3563909"/>
              <a:gd name="connsiteX16" fmla="*/ 6005780 w 7454190"/>
              <a:gd name="connsiteY16" fmla="*/ 1407 h 3563909"/>
              <a:gd name="connsiteX17" fmla="*/ 6269127 w 7454190"/>
              <a:gd name="connsiteY17" fmla="*/ 3534648 h 3563909"/>
              <a:gd name="connsiteX18" fmla="*/ 6590995 w 7454190"/>
              <a:gd name="connsiteY18" fmla="*/ 1252306 h 3563909"/>
              <a:gd name="connsiteX19" fmla="*/ 6686093 w 7454190"/>
              <a:gd name="connsiteY19" fmla="*/ 1896043 h 3563909"/>
              <a:gd name="connsiteX20" fmla="*/ 7454190 w 7454190"/>
              <a:gd name="connsiteY20" fmla="*/ 1896044 h 3563909"/>
              <a:gd name="connsiteX0" fmla="*/ 0 w 7454190"/>
              <a:gd name="connsiteY0" fmla="*/ 1874097 h 3563909"/>
              <a:gd name="connsiteX1" fmla="*/ 907085 w 7454190"/>
              <a:gd name="connsiteY1" fmla="*/ 1866783 h 3563909"/>
              <a:gd name="connsiteX2" fmla="*/ 1009498 w 7454190"/>
              <a:gd name="connsiteY2" fmla="*/ 1237676 h 3563909"/>
              <a:gd name="connsiteX3" fmla="*/ 1294790 w 7454190"/>
              <a:gd name="connsiteY3" fmla="*/ 3563909 h 3563909"/>
              <a:gd name="connsiteX4" fmla="*/ 1587398 w 7454190"/>
              <a:gd name="connsiteY4" fmla="*/ 16037 h 3563909"/>
              <a:gd name="connsiteX5" fmla="*/ 1865376 w 7454190"/>
              <a:gd name="connsiteY5" fmla="*/ 2239857 h 3563909"/>
              <a:gd name="connsiteX6" fmla="*/ 2038831 w 7454190"/>
              <a:gd name="connsiteY6" fmla="*/ 1876364 h 3563909"/>
              <a:gd name="connsiteX7" fmla="*/ 3457980 w 7454190"/>
              <a:gd name="connsiteY7" fmla="*/ 1890995 h 3563909"/>
              <a:gd name="connsiteX8" fmla="*/ 2443277 w 7454190"/>
              <a:gd name="connsiteY8" fmla="*/ 491525 h 3563909"/>
              <a:gd name="connsiteX9" fmla="*/ 3043123 w 7454190"/>
              <a:gd name="connsiteY9" fmla="*/ 1407 h 3563909"/>
              <a:gd name="connsiteX10" fmla="*/ 3803904 w 7454190"/>
              <a:gd name="connsiteY10" fmla="*/ 396427 h 3563909"/>
              <a:gd name="connsiteX11" fmla="*/ 4586631 w 7454190"/>
              <a:gd name="connsiteY11" fmla="*/ 23352 h 3563909"/>
              <a:gd name="connsiteX12" fmla="*/ 5171847 w 7454190"/>
              <a:gd name="connsiteY12" fmla="*/ 484210 h 3563909"/>
              <a:gd name="connsiteX13" fmla="*/ 4140402 w 7454190"/>
              <a:gd name="connsiteY13" fmla="*/ 1881414 h 3563909"/>
              <a:gd name="connsiteX14" fmla="*/ 5498920 w 7454190"/>
              <a:gd name="connsiteY14" fmla="*/ 1898309 h 3563909"/>
              <a:gd name="connsiteX15" fmla="*/ 5720487 w 7454190"/>
              <a:gd name="connsiteY15" fmla="*/ 2239857 h 3563909"/>
              <a:gd name="connsiteX16" fmla="*/ 6005780 w 7454190"/>
              <a:gd name="connsiteY16" fmla="*/ 1407 h 3563909"/>
              <a:gd name="connsiteX17" fmla="*/ 6269127 w 7454190"/>
              <a:gd name="connsiteY17" fmla="*/ 3534648 h 3563909"/>
              <a:gd name="connsiteX18" fmla="*/ 6590995 w 7454190"/>
              <a:gd name="connsiteY18" fmla="*/ 1252306 h 3563909"/>
              <a:gd name="connsiteX19" fmla="*/ 6686093 w 7454190"/>
              <a:gd name="connsiteY19" fmla="*/ 1896043 h 3563909"/>
              <a:gd name="connsiteX20" fmla="*/ 7454190 w 7454190"/>
              <a:gd name="connsiteY20" fmla="*/ 1896044 h 3563909"/>
              <a:gd name="connsiteX0" fmla="*/ 0 w 7454190"/>
              <a:gd name="connsiteY0" fmla="*/ 1874097 h 3563909"/>
              <a:gd name="connsiteX1" fmla="*/ 907085 w 7454190"/>
              <a:gd name="connsiteY1" fmla="*/ 1866783 h 3563909"/>
              <a:gd name="connsiteX2" fmla="*/ 1009498 w 7454190"/>
              <a:gd name="connsiteY2" fmla="*/ 1237676 h 3563909"/>
              <a:gd name="connsiteX3" fmla="*/ 1294790 w 7454190"/>
              <a:gd name="connsiteY3" fmla="*/ 3563909 h 3563909"/>
              <a:gd name="connsiteX4" fmla="*/ 1587398 w 7454190"/>
              <a:gd name="connsiteY4" fmla="*/ 16037 h 3563909"/>
              <a:gd name="connsiteX5" fmla="*/ 1865376 w 7454190"/>
              <a:gd name="connsiteY5" fmla="*/ 2239857 h 3563909"/>
              <a:gd name="connsiteX6" fmla="*/ 2038831 w 7454190"/>
              <a:gd name="connsiteY6" fmla="*/ 1876364 h 3563909"/>
              <a:gd name="connsiteX7" fmla="*/ 3457980 w 7454190"/>
              <a:gd name="connsiteY7" fmla="*/ 1890995 h 3563909"/>
              <a:gd name="connsiteX8" fmla="*/ 2443277 w 7454190"/>
              <a:gd name="connsiteY8" fmla="*/ 491525 h 3563909"/>
              <a:gd name="connsiteX9" fmla="*/ 3043123 w 7454190"/>
              <a:gd name="connsiteY9" fmla="*/ 1407 h 3563909"/>
              <a:gd name="connsiteX10" fmla="*/ 3803904 w 7454190"/>
              <a:gd name="connsiteY10" fmla="*/ 396427 h 3563909"/>
              <a:gd name="connsiteX11" fmla="*/ 4586631 w 7454190"/>
              <a:gd name="connsiteY11" fmla="*/ 23352 h 3563909"/>
              <a:gd name="connsiteX12" fmla="*/ 5171847 w 7454190"/>
              <a:gd name="connsiteY12" fmla="*/ 484210 h 3563909"/>
              <a:gd name="connsiteX13" fmla="*/ 4140402 w 7454190"/>
              <a:gd name="connsiteY13" fmla="*/ 1881414 h 3563909"/>
              <a:gd name="connsiteX14" fmla="*/ 5498920 w 7454190"/>
              <a:gd name="connsiteY14" fmla="*/ 1898309 h 3563909"/>
              <a:gd name="connsiteX15" fmla="*/ 5720487 w 7454190"/>
              <a:gd name="connsiteY15" fmla="*/ 2239857 h 3563909"/>
              <a:gd name="connsiteX16" fmla="*/ 6005780 w 7454190"/>
              <a:gd name="connsiteY16" fmla="*/ 1407 h 3563909"/>
              <a:gd name="connsiteX17" fmla="*/ 6269127 w 7454190"/>
              <a:gd name="connsiteY17" fmla="*/ 3534648 h 3563909"/>
              <a:gd name="connsiteX18" fmla="*/ 6590995 w 7454190"/>
              <a:gd name="connsiteY18" fmla="*/ 1252306 h 3563909"/>
              <a:gd name="connsiteX19" fmla="*/ 6686093 w 7454190"/>
              <a:gd name="connsiteY19" fmla="*/ 1896043 h 3563909"/>
              <a:gd name="connsiteX20" fmla="*/ 7454190 w 7454190"/>
              <a:gd name="connsiteY20" fmla="*/ 1896044 h 3563909"/>
              <a:gd name="connsiteX0" fmla="*/ 0 w 7454190"/>
              <a:gd name="connsiteY0" fmla="*/ 1873451 h 3563263"/>
              <a:gd name="connsiteX1" fmla="*/ 907085 w 7454190"/>
              <a:gd name="connsiteY1" fmla="*/ 1866137 h 3563263"/>
              <a:gd name="connsiteX2" fmla="*/ 1009498 w 7454190"/>
              <a:gd name="connsiteY2" fmla="*/ 1237030 h 3563263"/>
              <a:gd name="connsiteX3" fmla="*/ 1294790 w 7454190"/>
              <a:gd name="connsiteY3" fmla="*/ 3563263 h 3563263"/>
              <a:gd name="connsiteX4" fmla="*/ 1587398 w 7454190"/>
              <a:gd name="connsiteY4" fmla="*/ 15391 h 3563263"/>
              <a:gd name="connsiteX5" fmla="*/ 1865376 w 7454190"/>
              <a:gd name="connsiteY5" fmla="*/ 2239211 h 3563263"/>
              <a:gd name="connsiteX6" fmla="*/ 2038831 w 7454190"/>
              <a:gd name="connsiteY6" fmla="*/ 1875718 h 3563263"/>
              <a:gd name="connsiteX7" fmla="*/ 3457980 w 7454190"/>
              <a:gd name="connsiteY7" fmla="*/ 1890349 h 3563263"/>
              <a:gd name="connsiteX8" fmla="*/ 2443277 w 7454190"/>
              <a:gd name="connsiteY8" fmla="*/ 490879 h 3563263"/>
              <a:gd name="connsiteX9" fmla="*/ 3043123 w 7454190"/>
              <a:gd name="connsiteY9" fmla="*/ 761 h 3563263"/>
              <a:gd name="connsiteX10" fmla="*/ 3803904 w 7454190"/>
              <a:gd name="connsiteY10" fmla="*/ 395781 h 3563263"/>
              <a:gd name="connsiteX11" fmla="*/ 4586631 w 7454190"/>
              <a:gd name="connsiteY11" fmla="*/ 22706 h 3563263"/>
              <a:gd name="connsiteX12" fmla="*/ 5171847 w 7454190"/>
              <a:gd name="connsiteY12" fmla="*/ 483564 h 3563263"/>
              <a:gd name="connsiteX13" fmla="*/ 4140402 w 7454190"/>
              <a:gd name="connsiteY13" fmla="*/ 1880768 h 3563263"/>
              <a:gd name="connsiteX14" fmla="*/ 5498920 w 7454190"/>
              <a:gd name="connsiteY14" fmla="*/ 1897663 h 3563263"/>
              <a:gd name="connsiteX15" fmla="*/ 5720487 w 7454190"/>
              <a:gd name="connsiteY15" fmla="*/ 2239211 h 3563263"/>
              <a:gd name="connsiteX16" fmla="*/ 6005780 w 7454190"/>
              <a:gd name="connsiteY16" fmla="*/ 761 h 3563263"/>
              <a:gd name="connsiteX17" fmla="*/ 6269127 w 7454190"/>
              <a:gd name="connsiteY17" fmla="*/ 3534002 h 3563263"/>
              <a:gd name="connsiteX18" fmla="*/ 6590995 w 7454190"/>
              <a:gd name="connsiteY18" fmla="*/ 1251660 h 3563263"/>
              <a:gd name="connsiteX19" fmla="*/ 6686093 w 7454190"/>
              <a:gd name="connsiteY19" fmla="*/ 1895397 h 3563263"/>
              <a:gd name="connsiteX20" fmla="*/ 7454190 w 7454190"/>
              <a:gd name="connsiteY20" fmla="*/ 1895398 h 3563263"/>
              <a:gd name="connsiteX0" fmla="*/ 0 w 7454190"/>
              <a:gd name="connsiteY0" fmla="*/ 1873451 h 3563263"/>
              <a:gd name="connsiteX1" fmla="*/ 907085 w 7454190"/>
              <a:gd name="connsiteY1" fmla="*/ 1866137 h 3563263"/>
              <a:gd name="connsiteX2" fmla="*/ 1009498 w 7454190"/>
              <a:gd name="connsiteY2" fmla="*/ 1237030 h 3563263"/>
              <a:gd name="connsiteX3" fmla="*/ 1294790 w 7454190"/>
              <a:gd name="connsiteY3" fmla="*/ 3563263 h 3563263"/>
              <a:gd name="connsiteX4" fmla="*/ 1587398 w 7454190"/>
              <a:gd name="connsiteY4" fmla="*/ 15391 h 3563263"/>
              <a:gd name="connsiteX5" fmla="*/ 1865376 w 7454190"/>
              <a:gd name="connsiteY5" fmla="*/ 2239211 h 3563263"/>
              <a:gd name="connsiteX6" fmla="*/ 2038831 w 7454190"/>
              <a:gd name="connsiteY6" fmla="*/ 1875718 h 3563263"/>
              <a:gd name="connsiteX7" fmla="*/ 3457980 w 7454190"/>
              <a:gd name="connsiteY7" fmla="*/ 1890349 h 3563263"/>
              <a:gd name="connsiteX8" fmla="*/ 2443277 w 7454190"/>
              <a:gd name="connsiteY8" fmla="*/ 490879 h 3563263"/>
              <a:gd name="connsiteX9" fmla="*/ 3043123 w 7454190"/>
              <a:gd name="connsiteY9" fmla="*/ 761 h 3563263"/>
              <a:gd name="connsiteX10" fmla="*/ 3803904 w 7454190"/>
              <a:gd name="connsiteY10" fmla="*/ 395781 h 3563263"/>
              <a:gd name="connsiteX11" fmla="*/ 4586631 w 7454190"/>
              <a:gd name="connsiteY11" fmla="*/ 22706 h 3563263"/>
              <a:gd name="connsiteX12" fmla="*/ 5171847 w 7454190"/>
              <a:gd name="connsiteY12" fmla="*/ 483564 h 3563263"/>
              <a:gd name="connsiteX13" fmla="*/ 4140402 w 7454190"/>
              <a:gd name="connsiteY13" fmla="*/ 1880768 h 3563263"/>
              <a:gd name="connsiteX14" fmla="*/ 5498920 w 7454190"/>
              <a:gd name="connsiteY14" fmla="*/ 1897663 h 3563263"/>
              <a:gd name="connsiteX15" fmla="*/ 5720487 w 7454190"/>
              <a:gd name="connsiteY15" fmla="*/ 2239211 h 3563263"/>
              <a:gd name="connsiteX16" fmla="*/ 6005780 w 7454190"/>
              <a:gd name="connsiteY16" fmla="*/ 761 h 3563263"/>
              <a:gd name="connsiteX17" fmla="*/ 6269127 w 7454190"/>
              <a:gd name="connsiteY17" fmla="*/ 3534002 h 3563263"/>
              <a:gd name="connsiteX18" fmla="*/ 6590995 w 7454190"/>
              <a:gd name="connsiteY18" fmla="*/ 1251660 h 3563263"/>
              <a:gd name="connsiteX19" fmla="*/ 6686093 w 7454190"/>
              <a:gd name="connsiteY19" fmla="*/ 1895397 h 3563263"/>
              <a:gd name="connsiteX20" fmla="*/ 7454190 w 7454190"/>
              <a:gd name="connsiteY20" fmla="*/ 1895398 h 3563263"/>
              <a:gd name="connsiteX0" fmla="*/ 0 w 7454190"/>
              <a:gd name="connsiteY0" fmla="*/ 1873451 h 3563263"/>
              <a:gd name="connsiteX1" fmla="*/ 907085 w 7454190"/>
              <a:gd name="connsiteY1" fmla="*/ 1866137 h 3563263"/>
              <a:gd name="connsiteX2" fmla="*/ 1009498 w 7454190"/>
              <a:gd name="connsiteY2" fmla="*/ 1237030 h 3563263"/>
              <a:gd name="connsiteX3" fmla="*/ 1294790 w 7454190"/>
              <a:gd name="connsiteY3" fmla="*/ 3563263 h 3563263"/>
              <a:gd name="connsiteX4" fmla="*/ 1587398 w 7454190"/>
              <a:gd name="connsiteY4" fmla="*/ 15391 h 3563263"/>
              <a:gd name="connsiteX5" fmla="*/ 1865376 w 7454190"/>
              <a:gd name="connsiteY5" fmla="*/ 2239211 h 3563263"/>
              <a:gd name="connsiteX6" fmla="*/ 2038831 w 7454190"/>
              <a:gd name="connsiteY6" fmla="*/ 1875718 h 3563263"/>
              <a:gd name="connsiteX7" fmla="*/ 3457980 w 7454190"/>
              <a:gd name="connsiteY7" fmla="*/ 1890349 h 3563263"/>
              <a:gd name="connsiteX8" fmla="*/ 2443277 w 7454190"/>
              <a:gd name="connsiteY8" fmla="*/ 490879 h 3563263"/>
              <a:gd name="connsiteX9" fmla="*/ 3043123 w 7454190"/>
              <a:gd name="connsiteY9" fmla="*/ 761 h 3563263"/>
              <a:gd name="connsiteX10" fmla="*/ 3803904 w 7454190"/>
              <a:gd name="connsiteY10" fmla="*/ 395781 h 3563263"/>
              <a:gd name="connsiteX11" fmla="*/ 4586631 w 7454190"/>
              <a:gd name="connsiteY11" fmla="*/ 22706 h 3563263"/>
              <a:gd name="connsiteX12" fmla="*/ 5171847 w 7454190"/>
              <a:gd name="connsiteY12" fmla="*/ 483564 h 3563263"/>
              <a:gd name="connsiteX13" fmla="*/ 4140402 w 7454190"/>
              <a:gd name="connsiteY13" fmla="*/ 1880768 h 3563263"/>
              <a:gd name="connsiteX14" fmla="*/ 5498920 w 7454190"/>
              <a:gd name="connsiteY14" fmla="*/ 1897663 h 3563263"/>
              <a:gd name="connsiteX15" fmla="*/ 5720487 w 7454190"/>
              <a:gd name="connsiteY15" fmla="*/ 2239211 h 3563263"/>
              <a:gd name="connsiteX16" fmla="*/ 6005780 w 7454190"/>
              <a:gd name="connsiteY16" fmla="*/ 761 h 3563263"/>
              <a:gd name="connsiteX17" fmla="*/ 6269127 w 7454190"/>
              <a:gd name="connsiteY17" fmla="*/ 3534002 h 3563263"/>
              <a:gd name="connsiteX18" fmla="*/ 6590995 w 7454190"/>
              <a:gd name="connsiteY18" fmla="*/ 1251660 h 3563263"/>
              <a:gd name="connsiteX19" fmla="*/ 6686093 w 7454190"/>
              <a:gd name="connsiteY19" fmla="*/ 1895397 h 3563263"/>
              <a:gd name="connsiteX20" fmla="*/ 7454190 w 7454190"/>
              <a:gd name="connsiteY20" fmla="*/ 1895398 h 3563263"/>
              <a:gd name="connsiteX0" fmla="*/ 0 w 9049317"/>
              <a:gd name="connsiteY0" fmla="*/ 1873451 h 3563263"/>
              <a:gd name="connsiteX1" fmla="*/ 907085 w 9049317"/>
              <a:gd name="connsiteY1" fmla="*/ 1866137 h 3563263"/>
              <a:gd name="connsiteX2" fmla="*/ 1009498 w 9049317"/>
              <a:gd name="connsiteY2" fmla="*/ 1237030 h 3563263"/>
              <a:gd name="connsiteX3" fmla="*/ 1294790 w 9049317"/>
              <a:gd name="connsiteY3" fmla="*/ 3563263 h 3563263"/>
              <a:gd name="connsiteX4" fmla="*/ 1587398 w 9049317"/>
              <a:gd name="connsiteY4" fmla="*/ 15391 h 3563263"/>
              <a:gd name="connsiteX5" fmla="*/ 1865376 w 9049317"/>
              <a:gd name="connsiteY5" fmla="*/ 2239211 h 3563263"/>
              <a:gd name="connsiteX6" fmla="*/ 2038831 w 9049317"/>
              <a:gd name="connsiteY6" fmla="*/ 1875718 h 3563263"/>
              <a:gd name="connsiteX7" fmla="*/ 3457980 w 9049317"/>
              <a:gd name="connsiteY7" fmla="*/ 1890349 h 3563263"/>
              <a:gd name="connsiteX8" fmla="*/ 2443277 w 9049317"/>
              <a:gd name="connsiteY8" fmla="*/ 490879 h 3563263"/>
              <a:gd name="connsiteX9" fmla="*/ 3043123 w 9049317"/>
              <a:gd name="connsiteY9" fmla="*/ 761 h 3563263"/>
              <a:gd name="connsiteX10" fmla="*/ 3803904 w 9049317"/>
              <a:gd name="connsiteY10" fmla="*/ 395781 h 3563263"/>
              <a:gd name="connsiteX11" fmla="*/ 4586631 w 9049317"/>
              <a:gd name="connsiteY11" fmla="*/ 22706 h 3563263"/>
              <a:gd name="connsiteX12" fmla="*/ 5171847 w 9049317"/>
              <a:gd name="connsiteY12" fmla="*/ 483564 h 3563263"/>
              <a:gd name="connsiteX13" fmla="*/ 4140402 w 9049317"/>
              <a:gd name="connsiteY13" fmla="*/ 1880768 h 3563263"/>
              <a:gd name="connsiteX14" fmla="*/ 5498920 w 9049317"/>
              <a:gd name="connsiteY14" fmla="*/ 1897663 h 3563263"/>
              <a:gd name="connsiteX15" fmla="*/ 5720487 w 9049317"/>
              <a:gd name="connsiteY15" fmla="*/ 2239211 h 3563263"/>
              <a:gd name="connsiteX16" fmla="*/ 6005780 w 9049317"/>
              <a:gd name="connsiteY16" fmla="*/ 761 h 3563263"/>
              <a:gd name="connsiteX17" fmla="*/ 6269127 w 9049317"/>
              <a:gd name="connsiteY17" fmla="*/ 3534002 h 3563263"/>
              <a:gd name="connsiteX18" fmla="*/ 6590995 w 9049317"/>
              <a:gd name="connsiteY18" fmla="*/ 1251660 h 3563263"/>
              <a:gd name="connsiteX19" fmla="*/ 6686093 w 9049317"/>
              <a:gd name="connsiteY19" fmla="*/ 1895397 h 3563263"/>
              <a:gd name="connsiteX20" fmla="*/ 9049317 w 9049317"/>
              <a:gd name="connsiteY20" fmla="*/ 1903256 h 3563263"/>
              <a:gd name="connsiteX0" fmla="*/ 0 w 9151469"/>
              <a:gd name="connsiteY0" fmla="*/ 1873451 h 3563263"/>
              <a:gd name="connsiteX1" fmla="*/ 907085 w 9151469"/>
              <a:gd name="connsiteY1" fmla="*/ 1866137 h 3563263"/>
              <a:gd name="connsiteX2" fmla="*/ 1009498 w 9151469"/>
              <a:gd name="connsiteY2" fmla="*/ 1237030 h 3563263"/>
              <a:gd name="connsiteX3" fmla="*/ 1294790 w 9151469"/>
              <a:gd name="connsiteY3" fmla="*/ 3563263 h 3563263"/>
              <a:gd name="connsiteX4" fmla="*/ 1587398 w 9151469"/>
              <a:gd name="connsiteY4" fmla="*/ 15391 h 3563263"/>
              <a:gd name="connsiteX5" fmla="*/ 1865376 w 9151469"/>
              <a:gd name="connsiteY5" fmla="*/ 2239211 h 3563263"/>
              <a:gd name="connsiteX6" fmla="*/ 2038831 w 9151469"/>
              <a:gd name="connsiteY6" fmla="*/ 1875718 h 3563263"/>
              <a:gd name="connsiteX7" fmla="*/ 3457980 w 9151469"/>
              <a:gd name="connsiteY7" fmla="*/ 1890349 h 3563263"/>
              <a:gd name="connsiteX8" fmla="*/ 2443277 w 9151469"/>
              <a:gd name="connsiteY8" fmla="*/ 490879 h 3563263"/>
              <a:gd name="connsiteX9" fmla="*/ 3043123 w 9151469"/>
              <a:gd name="connsiteY9" fmla="*/ 761 h 3563263"/>
              <a:gd name="connsiteX10" fmla="*/ 3803904 w 9151469"/>
              <a:gd name="connsiteY10" fmla="*/ 395781 h 3563263"/>
              <a:gd name="connsiteX11" fmla="*/ 4586631 w 9151469"/>
              <a:gd name="connsiteY11" fmla="*/ 22706 h 3563263"/>
              <a:gd name="connsiteX12" fmla="*/ 5171847 w 9151469"/>
              <a:gd name="connsiteY12" fmla="*/ 483564 h 3563263"/>
              <a:gd name="connsiteX13" fmla="*/ 4140402 w 9151469"/>
              <a:gd name="connsiteY13" fmla="*/ 1880768 h 3563263"/>
              <a:gd name="connsiteX14" fmla="*/ 5498920 w 9151469"/>
              <a:gd name="connsiteY14" fmla="*/ 1897663 h 3563263"/>
              <a:gd name="connsiteX15" fmla="*/ 5720487 w 9151469"/>
              <a:gd name="connsiteY15" fmla="*/ 2239211 h 3563263"/>
              <a:gd name="connsiteX16" fmla="*/ 6005780 w 9151469"/>
              <a:gd name="connsiteY16" fmla="*/ 761 h 3563263"/>
              <a:gd name="connsiteX17" fmla="*/ 6269127 w 9151469"/>
              <a:gd name="connsiteY17" fmla="*/ 3534002 h 3563263"/>
              <a:gd name="connsiteX18" fmla="*/ 6590995 w 9151469"/>
              <a:gd name="connsiteY18" fmla="*/ 1251660 h 3563263"/>
              <a:gd name="connsiteX19" fmla="*/ 6686093 w 9151469"/>
              <a:gd name="connsiteY19" fmla="*/ 1895397 h 3563263"/>
              <a:gd name="connsiteX20" fmla="*/ 9151469 w 9151469"/>
              <a:gd name="connsiteY20" fmla="*/ 1903256 h 3563263"/>
              <a:gd name="connsiteX0" fmla="*/ 0 w 9088607"/>
              <a:gd name="connsiteY0" fmla="*/ 1873451 h 3563263"/>
              <a:gd name="connsiteX1" fmla="*/ 907085 w 9088607"/>
              <a:gd name="connsiteY1" fmla="*/ 1866137 h 3563263"/>
              <a:gd name="connsiteX2" fmla="*/ 1009498 w 9088607"/>
              <a:gd name="connsiteY2" fmla="*/ 1237030 h 3563263"/>
              <a:gd name="connsiteX3" fmla="*/ 1294790 w 9088607"/>
              <a:gd name="connsiteY3" fmla="*/ 3563263 h 3563263"/>
              <a:gd name="connsiteX4" fmla="*/ 1587398 w 9088607"/>
              <a:gd name="connsiteY4" fmla="*/ 15391 h 3563263"/>
              <a:gd name="connsiteX5" fmla="*/ 1865376 w 9088607"/>
              <a:gd name="connsiteY5" fmla="*/ 2239211 h 3563263"/>
              <a:gd name="connsiteX6" fmla="*/ 2038831 w 9088607"/>
              <a:gd name="connsiteY6" fmla="*/ 1875718 h 3563263"/>
              <a:gd name="connsiteX7" fmla="*/ 3457980 w 9088607"/>
              <a:gd name="connsiteY7" fmla="*/ 1890349 h 3563263"/>
              <a:gd name="connsiteX8" fmla="*/ 2443277 w 9088607"/>
              <a:gd name="connsiteY8" fmla="*/ 490879 h 3563263"/>
              <a:gd name="connsiteX9" fmla="*/ 3043123 w 9088607"/>
              <a:gd name="connsiteY9" fmla="*/ 761 h 3563263"/>
              <a:gd name="connsiteX10" fmla="*/ 3803904 w 9088607"/>
              <a:gd name="connsiteY10" fmla="*/ 395781 h 3563263"/>
              <a:gd name="connsiteX11" fmla="*/ 4586631 w 9088607"/>
              <a:gd name="connsiteY11" fmla="*/ 22706 h 3563263"/>
              <a:gd name="connsiteX12" fmla="*/ 5171847 w 9088607"/>
              <a:gd name="connsiteY12" fmla="*/ 483564 h 3563263"/>
              <a:gd name="connsiteX13" fmla="*/ 4140402 w 9088607"/>
              <a:gd name="connsiteY13" fmla="*/ 1880768 h 3563263"/>
              <a:gd name="connsiteX14" fmla="*/ 5498920 w 9088607"/>
              <a:gd name="connsiteY14" fmla="*/ 1897663 h 3563263"/>
              <a:gd name="connsiteX15" fmla="*/ 5720487 w 9088607"/>
              <a:gd name="connsiteY15" fmla="*/ 2239211 h 3563263"/>
              <a:gd name="connsiteX16" fmla="*/ 6005780 w 9088607"/>
              <a:gd name="connsiteY16" fmla="*/ 761 h 3563263"/>
              <a:gd name="connsiteX17" fmla="*/ 6269127 w 9088607"/>
              <a:gd name="connsiteY17" fmla="*/ 3534002 h 3563263"/>
              <a:gd name="connsiteX18" fmla="*/ 6590995 w 9088607"/>
              <a:gd name="connsiteY18" fmla="*/ 1251660 h 3563263"/>
              <a:gd name="connsiteX19" fmla="*/ 6686093 w 9088607"/>
              <a:gd name="connsiteY19" fmla="*/ 1895397 h 3563263"/>
              <a:gd name="connsiteX20" fmla="*/ 9088607 w 9088607"/>
              <a:gd name="connsiteY20" fmla="*/ 1903256 h 3563263"/>
              <a:gd name="connsiteX0" fmla="*/ 0 w 10526578"/>
              <a:gd name="connsiteY0" fmla="*/ 1881309 h 3563263"/>
              <a:gd name="connsiteX1" fmla="*/ 2345056 w 10526578"/>
              <a:gd name="connsiteY1" fmla="*/ 1866137 h 3563263"/>
              <a:gd name="connsiteX2" fmla="*/ 2447469 w 10526578"/>
              <a:gd name="connsiteY2" fmla="*/ 1237030 h 3563263"/>
              <a:gd name="connsiteX3" fmla="*/ 2732761 w 10526578"/>
              <a:gd name="connsiteY3" fmla="*/ 3563263 h 3563263"/>
              <a:gd name="connsiteX4" fmla="*/ 3025369 w 10526578"/>
              <a:gd name="connsiteY4" fmla="*/ 15391 h 3563263"/>
              <a:gd name="connsiteX5" fmla="*/ 3303347 w 10526578"/>
              <a:gd name="connsiteY5" fmla="*/ 2239211 h 3563263"/>
              <a:gd name="connsiteX6" fmla="*/ 3476802 w 10526578"/>
              <a:gd name="connsiteY6" fmla="*/ 1875718 h 3563263"/>
              <a:gd name="connsiteX7" fmla="*/ 4895951 w 10526578"/>
              <a:gd name="connsiteY7" fmla="*/ 1890349 h 3563263"/>
              <a:gd name="connsiteX8" fmla="*/ 3881248 w 10526578"/>
              <a:gd name="connsiteY8" fmla="*/ 490879 h 3563263"/>
              <a:gd name="connsiteX9" fmla="*/ 4481094 w 10526578"/>
              <a:gd name="connsiteY9" fmla="*/ 761 h 3563263"/>
              <a:gd name="connsiteX10" fmla="*/ 5241875 w 10526578"/>
              <a:gd name="connsiteY10" fmla="*/ 395781 h 3563263"/>
              <a:gd name="connsiteX11" fmla="*/ 6024602 w 10526578"/>
              <a:gd name="connsiteY11" fmla="*/ 22706 h 3563263"/>
              <a:gd name="connsiteX12" fmla="*/ 6609818 w 10526578"/>
              <a:gd name="connsiteY12" fmla="*/ 483564 h 3563263"/>
              <a:gd name="connsiteX13" fmla="*/ 5578373 w 10526578"/>
              <a:gd name="connsiteY13" fmla="*/ 1880768 h 3563263"/>
              <a:gd name="connsiteX14" fmla="*/ 6936891 w 10526578"/>
              <a:gd name="connsiteY14" fmla="*/ 1897663 h 3563263"/>
              <a:gd name="connsiteX15" fmla="*/ 7158458 w 10526578"/>
              <a:gd name="connsiteY15" fmla="*/ 2239211 h 3563263"/>
              <a:gd name="connsiteX16" fmla="*/ 7443751 w 10526578"/>
              <a:gd name="connsiteY16" fmla="*/ 761 h 3563263"/>
              <a:gd name="connsiteX17" fmla="*/ 7707098 w 10526578"/>
              <a:gd name="connsiteY17" fmla="*/ 3534002 h 3563263"/>
              <a:gd name="connsiteX18" fmla="*/ 8028966 w 10526578"/>
              <a:gd name="connsiteY18" fmla="*/ 1251660 h 3563263"/>
              <a:gd name="connsiteX19" fmla="*/ 8124064 w 10526578"/>
              <a:gd name="connsiteY19" fmla="*/ 1895397 h 3563263"/>
              <a:gd name="connsiteX20" fmla="*/ 10526578 w 10526578"/>
              <a:gd name="connsiteY20" fmla="*/ 1903256 h 3563263"/>
              <a:gd name="connsiteX0" fmla="*/ 0 w 10526578"/>
              <a:gd name="connsiteY0" fmla="*/ 1881309 h 3563263"/>
              <a:gd name="connsiteX1" fmla="*/ 2345056 w 10526578"/>
              <a:gd name="connsiteY1" fmla="*/ 1866137 h 3563263"/>
              <a:gd name="connsiteX2" fmla="*/ 2447469 w 10526578"/>
              <a:gd name="connsiteY2" fmla="*/ 1237030 h 3563263"/>
              <a:gd name="connsiteX3" fmla="*/ 2732761 w 10526578"/>
              <a:gd name="connsiteY3" fmla="*/ 3563263 h 3563263"/>
              <a:gd name="connsiteX4" fmla="*/ 3025369 w 10526578"/>
              <a:gd name="connsiteY4" fmla="*/ 15391 h 3563263"/>
              <a:gd name="connsiteX5" fmla="*/ 3303347 w 10526578"/>
              <a:gd name="connsiteY5" fmla="*/ 2239211 h 3563263"/>
              <a:gd name="connsiteX6" fmla="*/ 3476802 w 10526578"/>
              <a:gd name="connsiteY6" fmla="*/ 1875718 h 3563263"/>
              <a:gd name="connsiteX7" fmla="*/ 4895951 w 10526578"/>
              <a:gd name="connsiteY7" fmla="*/ 1890349 h 3563263"/>
              <a:gd name="connsiteX8" fmla="*/ 3881248 w 10526578"/>
              <a:gd name="connsiteY8" fmla="*/ 490879 h 3563263"/>
              <a:gd name="connsiteX9" fmla="*/ 4481094 w 10526578"/>
              <a:gd name="connsiteY9" fmla="*/ 761 h 3563263"/>
              <a:gd name="connsiteX10" fmla="*/ 5241875 w 10526578"/>
              <a:gd name="connsiteY10" fmla="*/ 395782 h 3563263"/>
              <a:gd name="connsiteX11" fmla="*/ 6024602 w 10526578"/>
              <a:gd name="connsiteY11" fmla="*/ 22706 h 3563263"/>
              <a:gd name="connsiteX12" fmla="*/ 6609818 w 10526578"/>
              <a:gd name="connsiteY12" fmla="*/ 483564 h 3563263"/>
              <a:gd name="connsiteX13" fmla="*/ 5578373 w 10526578"/>
              <a:gd name="connsiteY13" fmla="*/ 1880768 h 3563263"/>
              <a:gd name="connsiteX14" fmla="*/ 6936891 w 10526578"/>
              <a:gd name="connsiteY14" fmla="*/ 1897663 h 3563263"/>
              <a:gd name="connsiteX15" fmla="*/ 7158458 w 10526578"/>
              <a:gd name="connsiteY15" fmla="*/ 2239211 h 3563263"/>
              <a:gd name="connsiteX16" fmla="*/ 7443751 w 10526578"/>
              <a:gd name="connsiteY16" fmla="*/ 761 h 3563263"/>
              <a:gd name="connsiteX17" fmla="*/ 7707098 w 10526578"/>
              <a:gd name="connsiteY17" fmla="*/ 3534002 h 3563263"/>
              <a:gd name="connsiteX18" fmla="*/ 8028966 w 10526578"/>
              <a:gd name="connsiteY18" fmla="*/ 1251660 h 3563263"/>
              <a:gd name="connsiteX19" fmla="*/ 8124064 w 10526578"/>
              <a:gd name="connsiteY19" fmla="*/ 1895397 h 3563263"/>
              <a:gd name="connsiteX20" fmla="*/ 10526578 w 10526578"/>
              <a:gd name="connsiteY20" fmla="*/ 1903256 h 3563263"/>
              <a:gd name="connsiteX0" fmla="*/ 0 w 10526578"/>
              <a:gd name="connsiteY0" fmla="*/ 1881309 h 3563263"/>
              <a:gd name="connsiteX1" fmla="*/ 2345056 w 10526578"/>
              <a:gd name="connsiteY1" fmla="*/ 1866137 h 3563263"/>
              <a:gd name="connsiteX2" fmla="*/ 2447469 w 10526578"/>
              <a:gd name="connsiteY2" fmla="*/ 1237030 h 3563263"/>
              <a:gd name="connsiteX3" fmla="*/ 2732761 w 10526578"/>
              <a:gd name="connsiteY3" fmla="*/ 3563263 h 3563263"/>
              <a:gd name="connsiteX4" fmla="*/ 3025369 w 10526578"/>
              <a:gd name="connsiteY4" fmla="*/ 15391 h 3563263"/>
              <a:gd name="connsiteX5" fmla="*/ 3303347 w 10526578"/>
              <a:gd name="connsiteY5" fmla="*/ 2239211 h 3563263"/>
              <a:gd name="connsiteX6" fmla="*/ 3476802 w 10526578"/>
              <a:gd name="connsiteY6" fmla="*/ 1875718 h 3563263"/>
              <a:gd name="connsiteX7" fmla="*/ 4895951 w 10526578"/>
              <a:gd name="connsiteY7" fmla="*/ 1890349 h 3563263"/>
              <a:gd name="connsiteX8" fmla="*/ 3881248 w 10526578"/>
              <a:gd name="connsiteY8" fmla="*/ 490879 h 3563263"/>
              <a:gd name="connsiteX9" fmla="*/ 4481094 w 10526578"/>
              <a:gd name="connsiteY9" fmla="*/ 761 h 3563263"/>
              <a:gd name="connsiteX10" fmla="*/ 5241875 w 10526578"/>
              <a:gd name="connsiteY10" fmla="*/ 395782 h 3563263"/>
              <a:gd name="connsiteX11" fmla="*/ 6024602 w 10526578"/>
              <a:gd name="connsiteY11" fmla="*/ 22706 h 3563263"/>
              <a:gd name="connsiteX12" fmla="*/ 6609818 w 10526578"/>
              <a:gd name="connsiteY12" fmla="*/ 483564 h 3563263"/>
              <a:gd name="connsiteX13" fmla="*/ 5578373 w 10526578"/>
              <a:gd name="connsiteY13" fmla="*/ 1880768 h 3563263"/>
              <a:gd name="connsiteX14" fmla="*/ 6936891 w 10526578"/>
              <a:gd name="connsiteY14" fmla="*/ 1897663 h 3563263"/>
              <a:gd name="connsiteX15" fmla="*/ 7158458 w 10526578"/>
              <a:gd name="connsiteY15" fmla="*/ 2239211 h 3563263"/>
              <a:gd name="connsiteX16" fmla="*/ 7443751 w 10526578"/>
              <a:gd name="connsiteY16" fmla="*/ 761 h 3563263"/>
              <a:gd name="connsiteX17" fmla="*/ 7707098 w 10526578"/>
              <a:gd name="connsiteY17" fmla="*/ 3534002 h 3563263"/>
              <a:gd name="connsiteX18" fmla="*/ 8028966 w 10526578"/>
              <a:gd name="connsiteY18" fmla="*/ 1251660 h 3563263"/>
              <a:gd name="connsiteX19" fmla="*/ 8124064 w 10526578"/>
              <a:gd name="connsiteY19" fmla="*/ 1895397 h 3563263"/>
              <a:gd name="connsiteX20" fmla="*/ 10526578 w 10526578"/>
              <a:gd name="connsiteY20" fmla="*/ 1903256 h 3563263"/>
              <a:gd name="connsiteX0" fmla="*/ 0 w 10526578"/>
              <a:gd name="connsiteY0" fmla="*/ 1881309 h 3563263"/>
              <a:gd name="connsiteX1" fmla="*/ 2345056 w 10526578"/>
              <a:gd name="connsiteY1" fmla="*/ 1866137 h 3563263"/>
              <a:gd name="connsiteX2" fmla="*/ 2447469 w 10526578"/>
              <a:gd name="connsiteY2" fmla="*/ 1237030 h 3563263"/>
              <a:gd name="connsiteX3" fmla="*/ 2732761 w 10526578"/>
              <a:gd name="connsiteY3" fmla="*/ 3563263 h 3563263"/>
              <a:gd name="connsiteX4" fmla="*/ 3025369 w 10526578"/>
              <a:gd name="connsiteY4" fmla="*/ 15391 h 3563263"/>
              <a:gd name="connsiteX5" fmla="*/ 3303347 w 10526578"/>
              <a:gd name="connsiteY5" fmla="*/ 2239211 h 3563263"/>
              <a:gd name="connsiteX6" fmla="*/ 3476802 w 10526578"/>
              <a:gd name="connsiteY6" fmla="*/ 1875718 h 3563263"/>
              <a:gd name="connsiteX7" fmla="*/ 4895951 w 10526578"/>
              <a:gd name="connsiteY7" fmla="*/ 1890349 h 3563263"/>
              <a:gd name="connsiteX8" fmla="*/ 3881248 w 10526578"/>
              <a:gd name="connsiteY8" fmla="*/ 490879 h 3563263"/>
              <a:gd name="connsiteX9" fmla="*/ 4481094 w 10526578"/>
              <a:gd name="connsiteY9" fmla="*/ 761 h 3563263"/>
              <a:gd name="connsiteX10" fmla="*/ 5241875 w 10526578"/>
              <a:gd name="connsiteY10" fmla="*/ 395782 h 3563263"/>
              <a:gd name="connsiteX11" fmla="*/ 6024602 w 10526578"/>
              <a:gd name="connsiteY11" fmla="*/ 22706 h 3563263"/>
              <a:gd name="connsiteX12" fmla="*/ 6609818 w 10526578"/>
              <a:gd name="connsiteY12" fmla="*/ 483564 h 3563263"/>
              <a:gd name="connsiteX13" fmla="*/ 5578373 w 10526578"/>
              <a:gd name="connsiteY13" fmla="*/ 1880768 h 3563263"/>
              <a:gd name="connsiteX14" fmla="*/ 6936891 w 10526578"/>
              <a:gd name="connsiteY14" fmla="*/ 1897663 h 3563263"/>
              <a:gd name="connsiteX15" fmla="*/ 7158458 w 10526578"/>
              <a:gd name="connsiteY15" fmla="*/ 2239211 h 3563263"/>
              <a:gd name="connsiteX16" fmla="*/ 7443751 w 10526578"/>
              <a:gd name="connsiteY16" fmla="*/ 761 h 3563263"/>
              <a:gd name="connsiteX17" fmla="*/ 7707098 w 10526578"/>
              <a:gd name="connsiteY17" fmla="*/ 3534002 h 3563263"/>
              <a:gd name="connsiteX18" fmla="*/ 8028966 w 10526578"/>
              <a:gd name="connsiteY18" fmla="*/ 1251660 h 3563263"/>
              <a:gd name="connsiteX19" fmla="*/ 8124064 w 10526578"/>
              <a:gd name="connsiteY19" fmla="*/ 1895397 h 3563263"/>
              <a:gd name="connsiteX20" fmla="*/ 10526578 w 10526578"/>
              <a:gd name="connsiteY20" fmla="*/ 1903256 h 3563263"/>
              <a:gd name="connsiteX0" fmla="*/ 0 w 10526578"/>
              <a:gd name="connsiteY0" fmla="*/ 1930018 h 3611972"/>
              <a:gd name="connsiteX1" fmla="*/ 2345056 w 10526578"/>
              <a:gd name="connsiteY1" fmla="*/ 1914846 h 3611972"/>
              <a:gd name="connsiteX2" fmla="*/ 2447469 w 10526578"/>
              <a:gd name="connsiteY2" fmla="*/ 1285739 h 3611972"/>
              <a:gd name="connsiteX3" fmla="*/ 2732761 w 10526578"/>
              <a:gd name="connsiteY3" fmla="*/ 3611972 h 3611972"/>
              <a:gd name="connsiteX4" fmla="*/ 3025369 w 10526578"/>
              <a:gd name="connsiteY4" fmla="*/ 64100 h 3611972"/>
              <a:gd name="connsiteX5" fmla="*/ 3303347 w 10526578"/>
              <a:gd name="connsiteY5" fmla="*/ 2287920 h 3611972"/>
              <a:gd name="connsiteX6" fmla="*/ 3476802 w 10526578"/>
              <a:gd name="connsiteY6" fmla="*/ 1924427 h 3611972"/>
              <a:gd name="connsiteX7" fmla="*/ 4895951 w 10526578"/>
              <a:gd name="connsiteY7" fmla="*/ 1939058 h 3611972"/>
              <a:gd name="connsiteX8" fmla="*/ 3881248 w 10526578"/>
              <a:gd name="connsiteY8" fmla="*/ 539588 h 3611972"/>
              <a:gd name="connsiteX9" fmla="*/ 4481094 w 10526578"/>
              <a:gd name="connsiteY9" fmla="*/ 49470 h 3611972"/>
              <a:gd name="connsiteX10" fmla="*/ 6024602 w 10526578"/>
              <a:gd name="connsiteY10" fmla="*/ 71415 h 3611972"/>
              <a:gd name="connsiteX11" fmla="*/ 6609818 w 10526578"/>
              <a:gd name="connsiteY11" fmla="*/ 532273 h 3611972"/>
              <a:gd name="connsiteX12" fmla="*/ 5578373 w 10526578"/>
              <a:gd name="connsiteY12" fmla="*/ 1929477 h 3611972"/>
              <a:gd name="connsiteX13" fmla="*/ 6936891 w 10526578"/>
              <a:gd name="connsiteY13" fmla="*/ 1946372 h 3611972"/>
              <a:gd name="connsiteX14" fmla="*/ 7158458 w 10526578"/>
              <a:gd name="connsiteY14" fmla="*/ 2287920 h 3611972"/>
              <a:gd name="connsiteX15" fmla="*/ 7443751 w 10526578"/>
              <a:gd name="connsiteY15" fmla="*/ 49470 h 3611972"/>
              <a:gd name="connsiteX16" fmla="*/ 7707098 w 10526578"/>
              <a:gd name="connsiteY16" fmla="*/ 3582711 h 3611972"/>
              <a:gd name="connsiteX17" fmla="*/ 8028966 w 10526578"/>
              <a:gd name="connsiteY17" fmla="*/ 1300369 h 3611972"/>
              <a:gd name="connsiteX18" fmla="*/ 8124064 w 10526578"/>
              <a:gd name="connsiteY18" fmla="*/ 1944106 h 3611972"/>
              <a:gd name="connsiteX19" fmla="*/ 10526578 w 10526578"/>
              <a:gd name="connsiteY19" fmla="*/ 1951965 h 3611972"/>
              <a:gd name="connsiteX0" fmla="*/ 0 w 10526578"/>
              <a:gd name="connsiteY0" fmla="*/ 1880549 h 3562503"/>
              <a:gd name="connsiteX1" fmla="*/ 2345056 w 10526578"/>
              <a:gd name="connsiteY1" fmla="*/ 1865377 h 3562503"/>
              <a:gd name="connsiteX2" fmla="*/ 2447469 w 10526578"/>
              <a:gd name="connsiteY2" fmla="*/ 1236270 h 3562503"/>
              <a:gd name="connsiteX3" fmla="*/ 2732761 w 10526578"/>
              <a:gd name="connsiteY3" fmla="*/ 3562503 h 3562503"/>
              <a:gd name="connsiteX4" fmla="*/ 3025369 w 10526578"/>
              <a:gd name="connsiteY4" fmla="*/ 14631 h 3562503"/>
              <a:gd name="connsiteX5" fmla="*/ 3303347 w 10526578"/>
              <a:gd name="connsiteY5" fmla="*/ 2238451 h 3562503"/>
              <a:gd name="connsiteX6" fmla="*/ 3476802 w 10526578"/>
              <a:gd name="connsiteY6" fmla="*/ 1874958 h 3562503"/>
              <a:gd name="connsiteX7" fmla="*/ 4895951 w 10526578"/>
              <a:gd name="connsiteY7" fmla="*/ 1889589 h 3562503"/>
              <a:gd name="connsiteX8" fmla="*/ 3881248 w 10526578"/>
              <a:gd name="connsiteY8" fmla="*/ 490119 h 3562503"/>
              <a:gd name="connsiteX9" fmla="*/ 6024602 w 10526578"/>
              <a:gd name="connsiteY9" fmla="*/ 21946 h 3562503"/>
              <a:gd name="connsiteX10" fmla="*/ 6609818 w 10526578"/>
              <a:gd name="connsiteY10" fmla="*/ 482804 h 3562503"/>
              <a:gd name="connsiteX11" fmla="*/ 5578373 w 10526578"/>
              <a:gd name="connsiteY11" fmla="*/ 1880008 h 3562503"/>
              <a:gd name="connsiteX12" fmla="*/ 6936891 w 10526578"/>
              <a:gd name="connsiteY12" fmla="*/ 1896903 h 3562503"/>
              <a:gd name="connsiteX13" fmla="*/ 7158458 w 10526578"/>
              <a:gd name="connsiteY13" fmla="*/ 2238451 h 3562503"/>
              <a:gd name="connsiteX14" fmla="*/ 7443751 w 10526578"/>
              <a:gd name="connsiteY14" fmla="*/ 1 h 3562503"/>
              <a:gd name="connsiteX15" fmla="*/ 7707098 w 10526578"/>
              <a:gd name="connsiteY15" fmla="*/ 3533242 h 3562503"/>
              <a:gd name="connsiteX16" fmla="*/ 8028966 w 10526578"/>
              <a:gd name="connsiteY16" fmla="*/ 1250900 h 3562503"/>
              <a:gd name="connsiteX17" fmla="*/ 8124064 w 10526578"/>
              <a:gd name="connsiteY17" fmla="*/ 1894637 h 3562503"/>
              <a:gd name="connsiteX18" fmla="*/ 10526578 w 10526578"/>
              <a:gd name="connsiteY18" fmla="*/ 1902496 h 3562503"/>
              <a:gd name="connsiteX0" fmla="*/ 0 w 10526578"/>
              <a:gd name="connsiteY0" fmla="*/ 1880549 h 3562503"/>
              <a:gd name="connsiteX1" fmla="*/ 2345056 w 10526578"/>
              <a:gd name="connsiteY1" fmla="*/ 1865377 h 3562503"/>
              <a:gd name="connsiteX2" fmla="*/ 2447469 w 10526578"/>
              <a:gd name="connsiteY2" fmla="*/ 1236270 h 3562503"/>
              <a:gd name="connsiteX3" fmla="*/ 2732761 w 10526578"/>
              <a:gd name="connsiteY3" fmla="*/ 3562503 h 3562503"/>
              <a:gd name="connsiteX4" fmla="*/ 3025369 w 10526578"/>
              <a:gd name="connsiteY4" fmla="*/ 14631 h 3562503"/>
              <a:gd name="connsiteX5" fmla="*/ 3303347 w 10526578"/>
              <a:gd name="connsiteY5" fmla="*/ 2238451 h 3562503"/>
              <a:gd name="connsiteX6" fmla="*/ 3476802 w 10526578"/>
              <a:gd name="connsiteY6" fmla="*/ 1874958 h 3562503"/>
              <a:gd name="connsiteX7" fmla="*/ 4895951 w 10526578"/>
              <a:gd name="connsiteY7" fmla="*/ 1889589 h 3562503"/>
              <a:gd name="connsiteX8" fmla="*/ 6024602 w 10526578"/>
              <a:gd name="connsiteY8" fmla="*/ 21946 h 3562503"/>
              <a:gd name="connsiteX9" fmla="*/ 6609818 w 10526578"/>
              <a:gd name="connsiteY9" fmla="*/ 482804 h 3562503"/>
              <a:gd name="connsiteX10" fmla="*/ 5578373 w 10526578"/>
              <a:gd name="connsiteY10" fmla="*/ 1880008 h 3562503"/>
              <a:gd name="connsiteX11" fmla="*/ 6936891 w 10526578"/>
              <a:gd name="connsiteY11" fmla="*/ 1896903 h 3562503"/>
              <a:gd name="connsiteX12" fmla="*/ 7158458 w 10526578"/>
              <a:gd name="connsiteY12" fmla="*/ 2238451 h 3562503"/>
              <a:gd name="connsiteX13" fmla="*/ 7443751 w 10526578"/>
              <a:gd name="connsiteY13" fmla="*/ 1 h 3562503"/>
              <a:gd name="connsiteX14" fmla="*/ 7707098 w 10526578"/>
              <a:gd name="connsiteY14" fmla="*/ 3533242 h 3562503"/>
              <a:gd name="connsiteX15" fmla="*/ 8028966 w 10526578"/>
              <a:gd name="connsiteY15" fmla="*/ 1250900 h 3562503"/>
              <a:gd name="connsiteX16" fmla="*/ 8124064 w 10526578"/>
              <a:gd name="connsiteY16" fmla="*/ 1894637 h 3562503"/>
              <a:gd name="connsiteX17" fmla="*/ 10526578 w 10526578"/>
              <a:gd name="connsiteY17" fmla="*/ 1902496 h 3562503"/>
              <a:gd name="connsiteX0" fmla="*/ 0 w 10526578"/>
              <a:gd name="connsiteY0" fmla="*/ 1880549 h 3562503"/>
              <a:gd name="connsiteX1" fmla="*/ 2345056 w 10526578"/>
              <a:gd name="connsiteY1" fmla="*/ 1865377 h 3562503"/>
              <a:gd name="connsiteX2" fmla="*/ 2447469 w 10526578"/>
              <a:gd name="connsiteY2" fmla="*/ 1236270 h 3562503"/>
              <a:gd name="connsiteX3" fmla="*/ 2732761 w 10526578"/>
              <a:gd name="connsiteY3" fmla="*/ 3562503 h 3562503"/>
              <a:gd name="connsiteX4" fmla="*/ 3025369 w 10526578"/>
              <a:gd name="connsiteY4" fmla="*/ 14631 h 3562503"/>
              <a:gd name="connsiteX5" fmla="*/ 3303347 w 10526578"/>
              <a:gd name="connsiteY5" fmla="*/ 2238451 h 3562503"/>
              <a:gd name="connsiteX6" fmla="*/ 3476802 w 10526578"/>
              <a:gd name="connsiteY6" fmla="*/ 1874958 h 3562503"/>
              <a:gd name="connsiteX7" fmla="*/ 4895951 w 10526578"/>
              <a:gd name="connsiteY7" fmla="*/ 1889589 h 3562503"/>
              <a:gd name="connsiteX8" fmla="*/ 6609818 w 10526578"/>
              <a:gd name="connsiteY8" fmla="*/ 482804 h 3562503"/>
              <a:gd name="connsiteX9" fmla="*/ 5578373 w 10526578"/>
              <a:gd name="connsiteY9" fmla="*/ 1880008 h 3562503"/>
              <a:gd name="connsiteX10" fmla="*/ 6936891 w 10526578"/>
              <a:gd name="connsiteY10" fmla="*/ 1896903 h 3562503"/>
              <a:gd name="connsiteX11" fmla="*/ 7158458 w 10526578"/>
              <a:gd name="connsiteY11" fmla="*/ 2238451 h 3562503"/>
              <a:gd name="connsiteX12" fmla="*/ 7443751 w 10526578"/>
              <a:gd name="connsiteY12" fmla="*/ 1 h 3562503"/>
              <a:gd name="connsiteX13" fmla="*/ 7707098 w 10526578"/>
              <a:gd name="connsiteY13" fmla="*/ 3533242 h 3562503"/>
              <a:gd name="connsiteX14" fmla="*/ 8028966 w 10526578"/>
              <a:gd name="connsiteY14" fmla="*/ 1250900 h 3562503"/>
              <a:gd name="connsiteX15" fmla="*/ 8124064 w 10526578"/>
              <a:gd name="connsiteY15" fmla="*/ 1894637 h 3562503"/>
              <a:gd name="connsiteX16" fmla="*/ 10526578 w 10526578"/>
              <a:gd name="connsiteY16" fmla="*/ 1902496 h 3562503"/>
              <a:gd name="connsiteX0" fmla="*/ 0 w 10526578"/>
              <a:gd name="connsiteY0" fmla="*/ 1880549 h 3562503"/>
              <a:gd name="connsiteX1" fmla="*/ 2345056 w 10526578"/>
              <a:gd name="connsiteY1" fmla="*/ 1865377 h 3562503"/>
              <a:gd name="connsiteX2" fmla="*/ 2447469 w 10526578"/>
              <a:gd name="connsiteY2" fmla="*/ 1236270 h 3562503"/>
              <a:gd name="connsiteX3" fmla="*/ 2732761 w 10526578"/>
              <a:gd name="connsiteY3" fmla="*/ 3562503 h 3562503"/>
              <a:gd name="connsiteX4" fmla="*/ 3025369 w 10526578"/>
              <a:gd name="connsiteY4" fmla="*/ 14631 h 3562503"/>
              <a:gd name="connsiteX5" fmla="*/ 3303347 w 10526578"/>
              <a:gd name="connsiteY5" fmla="*/ 2238451 h 3562503"/>
              <a:gd name="connsiteX6" fmla="*/ 3476802 w 10526578"/>
              <a:gd name="connsiteY6" fmla="*/ 1874958 h 3562503"/>
              <a:gd name="connsiteX7" fmla="*/ 4895951 w 10526578"/>
              <a:gd name="connsiteY7" fmla="*/ 1889589 h 3562503"/>
              <a:gd name="connsiteX8" fmla="*/ 5578373 w 10526578"/>
              <a:gd name="connsiteY8" fmla="*/ 1880008 h 3562503"/>
              <a:gd name="connsiteX9" fmla="*/ 6936891 w 10526578"/>
              <a:gd name="connsiteY9" fmla="*/ 1896903 h 3562503"/>
              <a:gd name="connsiteX10" fmla="*/ 7158458 w 10526578"/>
              <a:gd name="connsiteY10" fmla="*/ 2238451 h 3562503"/>
              <a:gd name="connsiteX11" fmla="*/ 7443751 w 10526578"/>
              <a:gd name="connsiteY11" fmla="*/ 1 h 3562503"/>
              <a:gd name="connsiteX12" fmla="*/ 7707098 w 10526578"/>
              <a:gd name="connsiteY12" fmla="*/ 3533242 h 3562503"/>
              <a:gd name="connsiteX13" fmla="*/ 8028966 w 10526578"/>
              <a:gd name="connsiteY13" fmla="*/ 1250900 h 3562503"/>
              <a:gd name="connsiteX14" fmla="*/ 8124064 w 10526578"/>
              <a:gd name="connsiteY14" fmla="*/ 1894637 h 3562503"/>
              <a:gd name="connsiteX15" fmla="*/ 10526578 w 10526578"/>
              <a:gd name="connsiteY15" fmla="*/ 1902496 h 3562503"/>
              <a:gd name="connsiteX0" fmla="*/ 0 w 10526578"/>
              <a:gd name="connsiteY0" fmla="*/ 1880549 h 3562503"/>
              <a:gd name="connsiteX1" fmla="*/ 2345056 w 10526578"/>
              <a:gd name="connsiteY1" fmla="*/ 1865377 h 3562503"/>
              <a:gd name="connsiteX2" fmla="*/ 2447469 w 10526578"/>
              <a:gd name="connsiteY2" fmla="*/ 1236270 h 3562503"/>
              <a:gd name="connsiteX3" fmla="*/ 2732761 w 10526578"/>
              <a:gd name="connsiteY3" fmla="*/ 3562503 h 3562503"/>
              <a:gd name="connsiteX4" fmla="*/ 3025369 w 10526578"/>
              <a:gd name="connsiteY4" fmla="*/ 14631 h 3562503"/>
              <a:gd name="connsiteX5" fmla="*/ 3336542 w 10526578"/>
              <a:gd name="connsiteY5" fmla="*/ 3076606 h 3562503"/>
              <a:gd name="connsiteX6" fmla="*/ 3476802 w 10526578"/>
              <a:gd name="connsiteY6" fmla="*/ 1874958 h 3562503"/>
              <a:gd name="connsiteX7" fmla="*/ 4895951 w 10526578"/>
              <a:gd name="connsiteY7" fmla="*/ 1889589 h 3562503"/>
              <a:gd name="connsiteX8" fmla="*/ 5578373 w 10526578"/>
              <a:gd name="connsiteY8" fmla="*/ 1880008 h 3562503"/>
              <a:gd name="connsiteX9" fmla="*/ 6936891 w 10526578"/>
              <a:gd name="connsiteY9" fmla="*/ 1896903 h 3562503"/>
              <a:gd name="connsiteX10" fmla="*/ 7158458 w 10526578"/>
              <a:gd name="connsiteY10" fmla="*/ 2238451 h 3562503"/>
              <a:gd name="connsiteX11" fmla="*/ 7443751 w 10526578"/>
              <a:gd name="connsiteY11" fmla="*/ 1 h 3562503"/>
              <a:gd name="connsiteX12" fmla="*/ 7707098 w 10526578"/>
              <a:gd name="connsiteY12" fmla="*/ 3533242 h 3562503"/>
              <a:gd name="connsiteX13" fmla="*/ 8028966 w 10526578"/>
              <a:gd name="connsiteY13" fmla="*/ 1250900 h 3562503"/>
              <a:gd name="connsiteX14" fmla="*/ 8124064 w 10526578"/>
              <a:gd name="connsiteY14" fmla="*/ 1894637 h 3562503"/>
              <a:gd name="connsiteX15" fmla="*/ 10526578 w 10526578"/>
              <a:gd name="connsiteY15" fmla="*/ 1902496 h 3562503"/>
              <a:gd name="connsiteX0" fmla="*/ 0 w 10526578"/>
              <a:gd name="connsiteY0" fmla="*/ 1880549 h 3562503"/>
              <a:gd name="connsiteX1" fmla="*/ 2345056 w 10526578"/>
              <a:gd name="connsiteY1" fmla="*/ 1865377 h 3562503"/>
              <a:gd name="connsiteX2" fmla="*/ 2447469 w 10526578"/>
              <a:gd name="connsiteY2" fmla="*/ 1236270 h 3562503"/>
              <a:gd name="connsiteX3" fmla="*/ 2732761 w 10526578"/>
              <a:gd name="connsiteY3" fmla="*/ 3562503 h 3562503"/>
              <a:gd name="connsiteX4" fmla="*/ 3025369 w 10526578"/>
              <a:gd name="connsiteY4" fmla="*/ 14631 h 3562503"/>
              <a:gd name="connsiteX5" fmla="*/ 3336542 w 10526578"/>
              <a:gd name="connsiteY5" fmla="*/ 3076606 h 3562503"/>
              <a:gd name="connsiteX6" fmla="*/ 3476802 w 10526578"/>
              <a:gd name="connsiteY6" fmla="*/ 1874958 h 3562503"/>
              <a:gd name="connsiteX7" fmla="*/ 4895951 w 10526578"/>
              <a:gd name="connsiteY7" fmla="*/ 1889589 h 3562503"/>
              <a:gd name="connsiteX8" fmla="*/ 5578373 w 10526578"/>
              <a:gd name="connsiteY8" fmla="*/ 1880008 h 3562503"/>
              <a:gd name="connsiteX9" fmla="*/ 6936891 w 10526578"/>
              <a:gd name="connsiteY9" fmla="*/ 1896903 h 3562503"/>
              <a:gd name="connsiteX10" fmla="*/ 7224844 w 10526578"/>
              <a:gd name="connsiteY10" fmla="*/ 3305198 h 3562503"/>
              <a:gd name="connsiteX11" fmla="*/ 7443751 w 10526578"/>
              <a:gd name="connsiteY11" fmla="*/ 1 h 3562503"/>
              <a:gd name="connsiteX12" fmla="*/ 7707098 w 10526578"/>
              <a:gd name="connsiteY12" fmla="*/ 3533242 h 3562503"/>
              <a:gd name="connsiteX13" fmla="*/ 8028966 w 10526578"/>
              <a:gd name="connsiteY13" fmla="*/ 1250900 h 3562503"/>
              <a:gd name="connsiteX14" fmla="*/ 8124064 w 10526578"/>
              <a:gd name="connsiteY14" fmla="*/ 1894637 h 3562503"/>
              <a:gd name="connsiteX15" fmla="*/ 10526578 w 10526578"/>
              <a:gd name="connsiteY15" fmla="*/ 1902496 h 3562503"/>
              <a:gd name="connsiteX0" fmla="*/ 0 w 10526578"/>
              <a:gd name="connsiteY0" fmla="*/ 1880549 h 3562503"/>
              <a:gd name="connsiteX1" fmla="*/ 2345056 w 10526578"/>
              <a:gd name="connsiteY1" fmla="*/ 1865377 h 3562503"/>
              <a:gd name="connsiteX2" fmla="*/ 2447469 w 10526578"/>
              <a:gd name="connsiteY2" fmla="*/ 1236270 h 3562503"/>
              <a:gd name="connsiteX3" fmla="*/ 2732761 w 10526578"/>
              <a:gd name="connsiteY3" fmla="*/ 3562503 h 3562503"/>
              <a:gd name="connsiteX4" fmla="*/ 3025369 w 10526578"/>
              <a:gd name="connsiteY4" fmla="*/ 14631 h 3562503"/>
              <a:gd name="connsiteX5" fmla="*/ 3336542 w 10526578"/>
              <a:gd name="connsiteY5" fmla="*/ 3076606 h 3562503"/>
              <a:gd name="connsiteX6" fmla="*/ 3476802 w 10526578"/>
              <a:gd name="connsiteY6" fmla="*/ 1874958 h 3562503"/>
              <a:gd name="connsiteX7" fmla="*/ 4895951 w 10526578"/>
              <a:gd name="connsiteY7" fmla="*/ 1889589 h 3562503"/>
              <a:gd name="connsiteX8" fmla="*/ 5578373 w 10526578"/>
              <a:gd name="connsiteY8" fmla="*/ 1880008 h 3562503"/>
              <a:gd name="connsiteX9" fmla="*/ 6936891 w 10526578"/>
              <a:gd name="connsiteY9" fmla="*/ 1896903 h 3562503"/>
              <a:gd name="connsiteX10" fmla="*/ 7191650 w 10526578"/>
              <a:gd name="connsiteY10" fmla="*/ 2848025 h 3562503"/>
              <a:gd name="connsiteX11" fmla="*/ 7443751 w 10526578"/>
              <a:gd name="connsiteY11" fmla="*/ 1 h 3562503"/>
              <a:gd name="connsiteX12" fmla="*/ 7707098 w 10526578"/>
              <a:gd name="connsiteY12" fmla="*/ 3533242 h 3562503"/>
              <a:gd name="connsiteX13" fmla="*/ 8028966 w 10526578"/>
              <a:gd name="connsiteY13" fmla="*/ 1250900 h 3562503"/>
              <a:gd name="connsiteX14" fmla="*/ 8124064 w 10526578"/>
              <a:gd name="connsiteY14" fmla="*/ 1894637 h 3562503"/>
              <a:gd name="connsiteX15" fmla="*/ 10526578 w 10526578"/>
              <a:gd name="connsiteY15" fmla="*/ 1902496 h 3562503"/>
              <a:gd name="connsiteX0" fmla="*/ 0 w 12662007"/>
              <a:gd name="connsiteY0" fmla="*/ 1880551 h 3562503"/>
              <a:gd name="connsiteX1" fmla="*/ 4480485 w 12662007"/>
              <a:gd name="connsiteY1" fmla="*/ 1865377 h 3562503"/>
              <a:gd name="connsiteX2" fmla="*/ 4582898 w 12662007"/>
              <a:gd name="connsiteY2" fmla="*/ 1236270 h 3562503"/>
              <a:gd name="connsiteX3" fmla="*/ 4868190 w 12662007"/>
              <a:gd name="connsiteY3" fmla="*/ 3562503 h 3562503"/>
              <a:gd name="connsiteX4" fmla="*/ 5160798 w 12662007"/>
              <a:gd name="connsiteY4" fmla="*/ 14631 h 3562503"/>
              <a:gd name="connsiteX5" fmla="*/ 5471971 w 12662007"/>
              <a:gd name="connsiteY5" fmla="*/ 3076606 h 3562503"/>
              <a:gd name="connsiteX6" fmla="*/ 5612231 w 12662007"/>
              <a:gd name="connsiteY6" fmla="*/ 1874958 h 3562503"/>
              <a:gd name="connsiteX7" fmla="*/ 7031380 w 12662007"/>
              <a:gd name="connsiteY7" fmla="*/ 1889589 h 3562503"/>
              <a:gd name="connsiteX8" fmla="*/ 7713802 w 12662007"/>
              <a:gd name="connsiteY8" fmla="*/ 1880008 h 3562503"/>
              <a:gd name="connsiteX9" fmla="*/ 9072320 w 12662007"/>
              <a:gd name="connsiteY9" fmla="*/ 1896903 h 3562503"/>
              <a:gd name="connsiteX10" fmla="*/ 9327079 w 12662007"/>
              <a:gd name="connsiteY10" fmla="*/ 2848025 h 3562503"/>
              <a:gd name="connsiteX11" fmla="*/ 9579180 w 12662007"/>
              <a:gd name="connsiteY11" fmla="*/ 1 h 3562503"/>
              <a:gd name="connsiteX12" fmla="*/ 9842527 w 12662007"/>
              <a:gd name="connsiteY12" fmla="*/ 3533242 h 3562503"/>
              <a:gd name="connsiteX13" fmla="*/ 10164395 w 12662007"/>
              <a:gd name="connsiteY13" fmla="*/ 1250900 h 3562503"/>
              <a:gd name="connsiteX14" fmla="*/ 10259493 w 12662007"/>
              <a:gd name="connsiteY14" fmla="*/ 1894637 h 3562503"/>
              <a:gd name="connsiteX15" fmla="*/ 12662007 w 12662007"/>
              <a:gd name="connsiteY15" fmla="*/ 1902496 h 3562503"/>
              <a:gd name="connsiteX0" fmla="*/ 0 w 14808500"/>
              <a:gd name="connsiteY0" fmla="*/ 1880551 h 3562503"/>
              <a:gd name="connsiteX1" fmla="*/ 4480485 w 14808500"/>
              <a:gd name="connsiteY1" fmla="*/ 1865377 h 3562503"/>
              <a:gd name="connsiteX2" fmla="*/ 4582898 w 14808500"/>
              <a:gd name="connsiteY2" fmla="*/ 1236270 h 3562503"/>
              <a:gd name="connsiteX3" fmla="*/ 4868190 w 14808500"/>
              <a:gd name="connsiteY3" fmla="*/ 3562503 h 3562503"/>
              <a:gd name="connsiteX4" fmla="*/ 5160798 w 14808500"/>
              <a:gd name="connsiteY4" fmla="*/ 14631 h 3562503"/>
              <a:gd name="connsiteX5" fmla="*/ 5471971 w 14808500"/>
              <a:gd name="connsiteY5" fmla="*/ 3076606 h 3562503"/>
              <a:gd name="connsiteX6" fmla="*/ 5612231 w 14808500"/>
              <a:gd name="connsiteY6" fmla="*/ 1874958 h 3562503"/>
              <a:gd name="connsiteX7" fmla="*/ 7031380 w 14808500"/>
              <a:gd name="connsiteY7" fmla="*/ 1889589 h 3562503"/>
              <a:gd name="connsiteX8" fmla="*/ 7713802 w 14808500"/>
              <a:gd name="connsiteY8" fmla="*/ 1880008 h 3562503"/>
              <a:gd name="connsiteX9" fmla="*/ 9072320 w 14808500"/>
              <a:gd name="connsiteY9" fmla="*/ 1896903 h 3562503"/>
              <a:gd name="connsiteX10" fmla="*/ 9327079 w 14808500"/>
              <a:gd name="connsiteY10" fmla="*/ 2848025 h 3562503"/>
              <a:gd name="connsiteX11" fmla="*/ 9579180 w 14808500"/>
              <a:gd name="connsiteY11" fmla="*/ 1 h 3562503"/>
              <a:gd name="connsiteX12" fmla="*/ 9842527 w 14808500"/>
              <a:gd name="connsiteY12" fmla="*/ 3533242 h 3562503"/>
              <a:gd name="connsiteX13" fmla="*/ 10164395 w 14808500"/>
              <a:gd name="connsiteY13" fmla="*/ 1250900 h 3562503"/>
              <a:gd name="connsiteX14" fmla="*/ 10259493 w 14808500"/>
              <a:gd name="connsiteY14" fmla="*/ 1894637 h 3562503"/>
              <a:gd name="connsiteX15" fmla="*/ 14808500 w 14808500"/>
              <a:gd name="connsiteY15" fmla="*/ 1940591 h 3562503"/>
              <a:gd name="connsiteX0" fmla="*/ 0 w 18482842"/>
              <a:gd name="connsiteY0" fmla="*/ 1904392 h 3562502"/>
              <a:gd name="connsiteX1" fmla="*/ 8154827 w 18482842"/>
              <a:gd name="connsiteY1" fmla="*/ 1865376 h 3562502"/>
              <a:gd name="connsiteX2" fmla="*/ 8257240 w 18482842"/>
              <a:gd name="connsiteY2" fmla="*/ 1236269 h 3562502"/>
              <a:gd name="connsiteX3" fmla="*/ 8542532 w 18482842"/>
              <a:gd name="connsiteY3" fmla="*/ 3562502 h 3562502"/>
              <a:gd name="connsiteX4" fmla="*/ 8835140 w 18482842"/>
              <a:gd name="connsiteY4" fmla="*/ 14630 h 3562502"/>
              <a:gd name="connsiteX5" fmla="*/ 9146313 w 18482842"/>
              <a:gd name="connsiteY5" fmla="*/ 3076605 h 3562502"/>
              <a:gd name="connsiteX6" fmla="*/ 9286573 w 18482842"/>
              <a:gd name="connsiteY6" fmla="*/ 1874957 h 3562502"/>
              <a:gd name="connsiteX7" fmla="*/ 10705722 w 18482842"/>
              <a:gd name="connsiteY7" fmla="*/ 1889588 h 3562502"/>
              <a:gd name="connsiteX8" fmla="*/ 11388144 w 18482842"/>
              <a:gd name="connsiteY8" fmla="*/ 1880007 h 3562502"/>
              <a:gd name="connsiteX9" fmla="*/ 12746662 w 18482842"/>
              <a:gd name="connsiteY9" fmla="*/ 1896902 h 3562502"/>
              <a:gd name="connsiteX10" fmla="*/ 13001421 w 18482842"/>
              <a:gd name="connsiteY10" fmla="*/ 2848024 h 3562502"/>
              <a:gd name="connsiteX11" fmla="*/ 13253522 w 18482842"/>
              <a:gd name="connsiteY11" fmla="*/ 0 h 3562502"/>
              <a:gd name="connsiteX12" fmla="*/ 13516869 w 18482842"/>
              <a:gd name="connsiteY12" fmla="*/ 3533241 h 3562502"/>
              <a:gd name="connsiteX13" fmla="*/ 13838737 w 18482842"/>
              <a:gd name="connsiteY13" fmla="*/ 1250899 h 3562502"/>
              <a:gd name="connsiteX14" fmla="*/ 13933835 w 18482842"/>
              <a:gd name="connsiteY14" fmla="*/ 1894636 h 3562502"/>
              <a:gd name="connsiteX15" fmla="*/ 18482842 w 18482842"/>
              <a:gd name="connsiteY15" fmla="*/ 1940590 h 3562502"/>
              <a:gd name="connsiteX0" fmla="*/ 0 w 14744037"/>
              <a:gd name="connsiteY0" fmla="*/ 1904392 h 3562502"/>
              <a:gd name="connsiteX1" fmla="*/ 8154827 w 14744037"/>
              <a:gd name="connsiteY1" fmla="*/ 1865376 h 3562502"/>
              <a:gd name="connsiteX2" fmla="*/ 8257240 w 14744037"/>
              <a:gd name="connsiteY2" fmla="*/ 1236269 h 3562502"/>
              <a:gd name="connsiteX3" fmla="*/ 8542532 w 14744037"/>
              <a:gd name="connsiteY3" fmla="*/ 3562502 h 3562502"/>
              <a:gd name="connsiteX4" fmla="*/ 8835140 w 14744037"/>
              <a:gd name="connsiteY4" fmla="*/ 14630 h 3562502"/>
              <a:gd name="connsiteX5" fmla="*/ 9146313 w 14744037"/>
              <a:gd name="connsiteY5" fmla="*/ 3076605 h 3562502"/>
              <a:gd name="connsiteX6" fmla="*/ 9286573 w 14744037"/>
              <a:gd name="connsiteY6" fmla="*/ 1874957 h 3562502"/>
              <a:gd name="connsiteX7" fmla="*/ 10705722 w 14744037"/>
              <a:gd name="connsiteY7" fmla="*/ 1889588 h 3562502"/>
              <a:gd name="connsiteX8" fmla="*/ 11388144 w 14744037"/>
              <a:gd name="connsiteY8" fmla="*/ 1880007 h 3562502"/>
              <a:gd name="connsiteX9" fmla="*/ 12746662 w 14744037"/>
              <a:gd name="connsiteY9" fmla="*/ 1896902 h 3562502"/>
              <a:gd name="connsiteX10" fmla="*/ 13001421 w 14744037"/>
              <a:gd name="connsiteY10" fmla="*/ 2848024 h 3562502"/>
              <a:gd name="connsiteX11" fmla="*/ 13253522 w 14744037"/>
              <a:gd name="connsiteY11" fmla="*/ 0 h 3562502"/>
              <a:gd name="connsiteX12" fmla="*/ 13516869 w 14744037"/>
              <a:gd name="connsiteY12" fmla="*/ 3533241 h 3562502"/>
              <a:gd name="connsiteX13" fmla="*/ 13838737 w 14744037"/>
              <a:gd name="connsiteY13" fmla="*/ 1250899 h 3562502"/>
              <a:gd name="connsiteX14" fmla="*/ 13933835 w 14744037"/>
              <a:gd name="connsiteY14" fmla="*/ 1894636 h 3562502"/>
              <a:gd name="connsiteX15" fmla="*/ 14744037 w 14744037"/>
              <a:gd name="connsiteY15" fmla="*/ 1892908 h 3562502"/>
              <a:gd name="connsiteX0" fmla="*/ 0 w 14782714"/>
              <a:gd name="connsiteY0" fmla="*/ 1904392 h 3562502"/>
              <a:gd name="connsiteX1" fmla="*/ 8154827 w 14782714"/>
              <a:gd name="connsiteY1" fmla="*/ 1865376 h 3562502"/>
              <a:gd name="connsiteX2" fmla="*/ 8257240 w 14782714"/>
              <a:gd name="connsiteY2" fmla="*/ 1236269 h 3562502"/>
              <a:gd name="connsiteX3" fmla="*/ 8542532 w 14782714"/>
              <a:gd name="connsiteY3" fmla="*/ 3562502 h 3562502"/>
              <a:gd name="connsiteX4" fmla="*/ 8835140 w 14782714"/>
              <a:gd name="connsiteY4" fmla="*/ 14630 h 3562502"/>
              <a:gd name="connsiteX5" fmla="*/ 9146313 w 14782714"/>
              <a:gd name="connsiteY5" fmla="*/ 3076605 h 3562502"/>
              <a:gd name="connsiteX6" fmla="*/ 9286573 w 14782714"/>
              <a:gd name="connsiteY6" fmla="*/ 1874957 h 3562502"/>
              <a:gd name="connsiteX7" fmla="*/ 10705722 w 14782714"/>
              <a:gd name="connsiteY7" fmla="*/ 1889588 h 3562502"/>
              <a:gd name="connsiteX8" fmla="*/ 11388144 w 14782714"/>
              <a:gd name="connsiteY8" fmla="*/ 1880007 h 3562502"/>
              <a:gd name="connsiteX9" fmla="*/ 12746662 w 14782714"/>
              <a:gd name="connsiteY9" fmla="*/ 1896902 h 3562502"/>
              <a:gd name="connsiteX10" fmla="*/ 13001421 w 14782714"/>
              <a:gd name="connsiteY10" fmla="*/ 2848024 h 3562502"/>
              <a:gd name="connsiteX11" fmla="*/ 13253522 w 14782714"/>
              <a:gd name="connsiteY11" fmla="*/ 0 h 3562502"/>
              <a:gd name="connsiteX12" fmla="*/ 13516869 w 14782714"/>
              <a:gd name="connsiteY12" fmla="*/ 3533241 h 3562502"/>
              <a:gd name="connsiteX13" fmla="*/ 13838737 w 14782714"/>
              <a:gd name="connsiteY13" fmla="*/ 1250899 h 3562502"/>
              <a:gd name="connsiteX14" fmla="*/ 13933835 w 14782714"/>
              <a:gd name="connsiteY14" fmla="*/ 1894636 h 3562502"/>
              <a:gd name="connsiteX15" fmla="*/ 14782714 w 14782714"/>
              <a:gd name="connsiteY15" fmla="*/ 1904828 h 3562502"/>
              <a:gd name="connsiteX0" fmla="*/ 0 w 14821391"/>
              <a:gd name="connsiteY0" fmla="*/ 1904392 h 3562502"/>
              <a:gd name="connsiteX1" fmla="*/ 8154827 w 14821391"/>
              <a:gd name="connsiteY1" fmla="*/ 1865376 h 3562502"/>
              <a:gd name="connsiteX2" fmla="*/ 8257240 w 14821391"/>
              <a:gd name="connsiteY2" fmla="*/ 1236269 h 3562502"/>
              <a:gd name="connsiteX3" fmla="*/ 8542532 w 14821391"/>
              <a:gd name="connsiteY3" fmla="*/ 3562502 h 3562502"/>
              <a:gd name="connsiteX4" fmla="*/ 8835140 w 14821391"/>
              <a:gd name="connsiteY4" fmla="*/ 14630 h 3562502"/>
              <a:gd name="connsiteX5" fmla="*/ 9146313 w 14821391"/>
              <a:gd name="connsiteY5" fmla="*/ 3076605 h 3562502"/>
              <a:gd name="connsiteX6" fmla="*/ 9286573 w 14821391"/>
              <a:gd name="connsiteY6" fmla="*/ 1874957 h 3562502"/>
              <a:gd name="connsiteX7" fmla="*/ 10705722 w 14821391"/>
              <a:gd name="connsiteY7" fmla="*/ 1889588 h 3562502"/>
              <a:gd name="connsiteX8" fmla="*/ 11388144 w 14821391"/>
              <a:gd name="connsiteY8" fmla="*/ 1880007 h 3562502"/>
              <a:gd name="connsiteX9" fmla="*/ 12746662 w 14821391"/>
              <a:gd name="connsiteY9" fmla="*/ 1896902 h 3562502"/>
              <a:gd name="connsiteX10" fmla="*/ 13001421 w 14821391"/>
              <a:gd name="connsiteY10" fmla="*/ 2848024 h 3562502"/>
              <a:gd name="connsiteX11" fmla="*/ 13253522 w 14821391"/>
              <a:gd name="connsiteY11" fmla="*/ 0 h 3562502"/>
              <a:gd name="connsiteX12" fmla="*/ 13516869 w 14821391"/>
              <a:gd name="connsiteY12" fmla="*/ 3533241 h 3562502"/>
              <a:gd name="connsiteX13" fmla="*/ 13838737 w 14821391"/>
              <a:gd name="connsiteY13" fmla="*/ 1250899 h 3562502"/>
              <a:gd name="connsiteX14" fmla="*/ 13933835 w 14821391"/>
              <a:gd name="connsiteY14" fmla="*/ 1894636 h 3562502"/>
              <a:gd name="connsiteX15" fmla="*/ 14821391 w 14821391"/>
              <a:gd name="connsiteY15" fmla="*/ 1916748 h 3562502"/>
              <a:gd name="connsiteX0" fmla="*/ 0 w 17332784"/>
              <a:gd name="connsiteY0" fmla="*/ 1904392 h 3562502"/>
              <a:gd name="connsiteX1" fmla="*/ 8154827 w 17332784"/>
              <a:gd name="connsiteY1" fmla="*/ 1865376 h 3562502"/>
              <a:gd name="connsiteX2" fmla="*/ 8257240 w 17332784"/>
              <a:gd name="connsiteY2" fmla="*/ 1236269 h 3562502"/>
              <a:gd name="connsiteX3" fmla="*/ 8542532 w 17332784"/>
              <a:gd name="connsiteY3" fmla="*/ 3562502 h 3562502"/>
              <a:gd name="connsiteX4" fmla="*/ 8835140 w 17332784"/>
              <a:gd name="connsiteY4" fmla="*/ 14630 h 3562502"/>
              <a:gd name="connsiteX5" fmla="*/ 9146313 w 17332784"/>
              <a:gd name="connsiteY5" fmla="*/ 3076605 h 3562502"/>
              <a:gd name="connsiteX6" fmla="*/ 9286573 w 17332784"/>
              <a:gd name="connsiteY6" fmla="*/ 1874957 h 3562502"/>
              <a:gd name="connsiteX7" fmla="*/ 10705722 w 17332784"/>
              <a:gd name="connsiteY7" fmla="*/ 1889588 h 3562502"/>
              <a:gd name="connsiteX8" fmla="*/ 11388144 w 17332784"/>
              <a:gd name="connsiteY8" fmla="*/ 1880007 h 3562502"/>
              <a:gd name="connsiteX9" fmla="*/ 12746662 w 17332784"/>
              <a:gd name="connsiteY9" fmla="*/ 1896902 h 3562502"/>
              <a:gd name="connsiteX10" fmla="*/ 13001421 w 17332784"/>
              <a:gd name="connsiteY10" fmla="*/ 2848024 h 3562502"/>
              <a:gd name="connsiteX11" fmla="*/ 13253522 w 17332784"/>
              <a:gd name="connsiteY11" fmla="*/ 0 h 3562502"/>
              <a:gd name="connsiteX12" fmla="*/ 13516869 w 17332784"/>
              <a:gd name="connsiteY12" fmla="*/ 3533241 h 3562502"/>
              <a:gd name="connsiteX13" fmla="*/ 13838737 w 17332784"/>
              <a:gd name="connsiteY13" fmla="*/ 1250899 h 3562502"/>
              <a:gd name="connsiteX14" fmla="*/ 13933835 w 17332784"/>
              <a:gd name="connsiteY14" fmla="*/ 1894636 h 3562502"/>
              <a:gd name="connsiteX15" fmla="*/ 17332784 w 17332784"/>
              <a:gd name="connsiteY15" fmla="*/ 1860793 h 3562502"/>
              <a:gd name="connsiteX0" fmla="*/ 0 w 17255964"/>
              <a:gd name="connsiteY0" fmla="*/ 1904392 h 3562502"/>
              <a:gd name="connsiteX1" fmla="*/ 8154827 w 17255964"/>
              <a:gd name="connsiteY1" fmla="*/ 1865376 h 3562502"/>
              <a:gd name="connsiteX2" fmla="*/ 8257240 w 17255964"/>
              <a:gd name="connsiteY2" fmla="*/ 1236269 h 3562502"/>
              <a:gd name="connsiteX3" fmla="*/ 8542532 w 17255964"/>
              <a:gd name="connsiteY3" fmla="*/ 3562502 h 3562502"/>
              <a:gd name="connsiteX4" fmla="*/ 8835140 w 17255964"/>
              <a:gd name="connsiteY4" fmla="*/ 14630 h 3562502"/>
              <a:gd name="connsiteX5" fmla="*/ 9146313 w 17255964"/>
              <a:gd name="connsiteY5" fmla="*/ 3076605 h 3562502"/>
              <a:gd name="connsiteX6" fmla="*/ 9286573 w 17255964"/>
              <a:gd name="connsiteY6" fmla="*/ 1874957 h 3562502"/>
              <a:gd name="connsiteX7" fmla="*/ 10705722 w 17255964"/>
              <a:gd name="connsiteY7" fmla="*/ 1889588 h 3562502"/>
              <a:gd name="connsiteX8" fmla="*/ 11388144 w 17255964"/>
              <a:gd name="connsiteY8" fmla="*/ 1880007 h 3562502"/>
              <a:gd name="connsiteX9" fmla="*/ 12746662 w 17255964"/>
              <a:gd name="connsiteY9" fmla="*/ 1896902 h 3562502"/>
              <a:gd name="connsiteX10" fmla="*/ 13001421 w 17255964"/>
              <a:gd name="connsiteY10" fmla="*/ 2848024 h 3562502"/>
              <a:gd name="connsiteX11" fmla="*/ 13253522 w 17255964"/>
              <a:gd name="connsiteY11" fmla="*/ 0 h 3562502"/>
              <a:gd name="connsiteX12" fmla="*/ 13516869 w 17255964"/>
              <a:gd name="connsiteY12" fmla="*/ 3533241 h 3562502"/>
              <a:gd name="connsiteX13" fmla="*/ 13838737 w 17255964"/>
              <a:gd name="connsiteY13" fmla="*/ 1250899 h 3562502"/>
              <a:gd name="connsiteX14" fmla="*/ 13933835 w 17255964"/>
              <a:gd name="connsiteY14" fmla="*/ 1894636 h 3562502"/>
              <a:gd name="connsiteX15" fmla="*/ 17255964 w 17255964"/>
              <a:gd name="connsiteY15" fmla="*/ 1867897 h 3562502"/>
              <a:gd name="connsiteX0" fmla="*/ 0 w 17279011"/>
              <a:gd name="connsiteY0" fmla="*/ 1904392 h 3562502"/>
              <a:gd name="connsiteX1" fmla="*/ 8154827 w 17279011"/>
              <a:gd name="connsiteY1" fmla="*/ 1865376 h 3562502"/>
              <a:gd name="connsiteX2" fmla="*/ 8257240 w 17279011"/>
              <a:gd name="connsiteY2" fmla="*/ 1236269 h 3562502"/>
              <a:gd name="connsiteX3" fmla="*/ 8542532 w 17279011"/>
              <a:gd name="connsiteY3" fmla="*/ 3562502 h 3562502"/>
              <a:gd name="connsiteX4" fmla="*/ 8835140 w 17279011"/>
              <a:gd name="connsiteY4" fmla="*/ 14630 h 3562502"/>
              <a:gd name="connsiteX5" fmla="*/ 9146313 w 17279011"/>
              <a:gd name="connsiteY5" fmla="*/ 3076605 h 3562502"/>
              <a:gd name="connsiteX6" fmla="*/ 9286573 w 17279011"/>
              <a:gd name="connsiteY6" fmla="*/ 1874957 h 3562502"/>
              <a:gd name="connsiteX7" fmla="*/ 10705722 w 17279011"/>
              <a:gd name="connsiteY7" fmla="*/ 1889588 h 3562502"/>
              <a:gd name="connsiteX8" fmla="*/ 11388144 w 17279011"/>
              <a:gd name="connsiteY8" fmla="*/ 1880007 h 3562502"/>
              <a:gd name="connsiteX9" fmla="*/ 12746662 w 17279011"/>
              <a:gd name="connsiteY9" fmla="*/ 1896902 h 3562502"/>
              <a:gd name="connsiteX10" fmla="*/ 13001421 w 17279011"/>
              <a:gd name="connsiteY10" fmla="*/ 2848024 h 3562502"/>
              <a:gd name="connsiteX11" fmla="*/ 13253522 w 17279011"/>
              <a:gd name="connsiteY11" fmla="*/ 0 h 3562502"/>
              <a:gd name="connsiteX12" fmla="*/ 13516869 w 17279011"/>
              <a:gd name="connsiteY12" fmla="*/ 3533241 h 3562502"/>
              <a:gd name="connsiteX13" fmla="*/ 13838737 w 17279011"/>
              <a:gd name="connsiteY13" fmla="*/ 1250899 h 3562502"/>
              <a:gd name="connsiteX14" fmla="*/ 13933835 w 17279011"/>
              <a:gd name="connsiteY14" fmla="*/ 1894636 h 3562502"/>
              <a:gd name="connsiteX15" fmla="*/ 17279011 w 17279011"/>
              <a:gd name="connsiteY15" fmla="*/ 1867897 h 3562502"/>
              <a:gd name="connsiteX0" fmla="*/ 0 w 17279011"/>
              <a:gd name="connsiteY0" fmla="*/ 1904392 h 3562502"/>
              <a:gd name="connsiteX1" fmla="*/ 8154827 w 17279011"/>
              <a:gd name="connsiteY1" fmla="*/ 1865376 h 3562502"/>
              <a:gd name="connsiteX2" fmla="*/ 8257240 w 17279011"/>
              <a:gd name="connsiteY2" fmla="*/ 1236269 h 3562502"/>
              <a:gd name="connsiteX3" fmla="*/ 8542532 w 17279011"/>
              <a:gd name="connsiteY3" fmla="*/ 3562502 h 3562502"/>
              <a:gd name="connsiteX4" fmla="*/ 8835140 w 17279011"/>
              <a:gd name="connsiteY4" fmla="*/ 14630 h 3562502"/>
              <a:gd name="connsiteX5" fmla="*/ 9146313 w 17279011"/>
              <a:gd name="connsiteY5" fmla="*/ 3076605 h 3562502"/>
              <a:gd name="connsiteX6" fmla="*/ 9286573 w 17279011"/>
              <a:gd name="connsiteY6" fmla="*/ 1874957 h 3562502"/>
              <a:gd name="connsiteX7" fmla="*/ 10705722 w 17279011"/>
              <a:gd name="connsiteY7" fmla="*/ 1889588 h 3562502"/>
              <a:gd name="connsiteX8" fmla="*/ 11388144 w 17279011"/>
              <a:gd name="connsiteY8" fmla="*/ 1880007 h 3562502"/>
              <a:gd name="connsiteX9" fmla="*/ 12746662 w 17279011"/>
              <a:gd name="connsiteY9" fmla="*/ 1896902 h 3562502"/>
              <a:gd name="connsiteX10" fmla="*/ 13001421 w 17279011"/>
              <a:gd name="connsiteY10" fmla="*/ 2848024 h 3562502"/>
              <a:gd name="connsiteX11" fmla="*/ 13253522 w 17279011"/>
              <a:gd name="connsiteY11" fmla="*/ 0 h 3562502"/>
              <a:gd name="connsiteX12" fmla="*/ 13516869 w 17279011"/>
              <a:gd name="connsiteY12" fmla="*/ 3533241 h 3562502"/>
              <a:gd name="connsiteX13" fmla="*/ 13838737 w 17279011"/>
              <a:gd name="connsiteY13" fmla="*/ 1250899 h 3562502"/>
              <a:gd name="connsiteX14" fmla="*/ 13933836 w 17279011"/>
              <a:gd name="connsiteY14" fmla="*/ 1873328 h 3562502"/>
              <a:gd name="connsiteX15" fmla="*/ 17279011 w 17279011"/>
              <a:gd name="connsiteY15" fmla="*/ 1867897 h 3562502"/>
              <a:gd name="connsiteX0" fmla="*/ 0 w 17279011"/>
              <a:gd name="connsiteY0" fmla="*/ 1904392 h 3562502"/>
              <a:gd name="connsiteX1" fmla="*/ 8154827 w 17279011"/>
              <a:gd name="connsiteY1" fmla="*/ 1865376 h 3562502"/>
              <a:gd name="connsiteX2" fmla="*/ 8257240 w 17279011"/>
              <a:gd name="connsiteY2" fmla="*/ 1236269 h 3562502"/>
              <a:gd name="connsiteX3" fmla="*/ 8542532 w 17279011"/>
              <a:gd name="connsiteY3" fmla="*/ 3562502 h 3562502"/>
              <a:gd name="connsiteX4" fmla="*/ 8835140 w 17279011"/>
              <a:gd name="connsiteY4" fmla="*/ 14630 h 3562502"/>
              <a:gd name="connsiteX5" fmla="*/ 9146313 w 17279011"/>
              <a:gd name="connsiteY5" fmla="*/ 3076605 h 3562502"/>
              <a:gd name="connsiteX6" fmla="*/ 9286573 w 17279011"/>
              <a:gd name="connsiteY6" fmla="*/ 1874957 h 3562502"/>
              <a:gd name="connsiteX7" fmla="*/ 10705722 w 17279011"/>
              <a:gd name="connsiteY7" fmla="*/ 1889588 h 3562502"/>
              <a:gd name="connsiteX8" fmla="*/ 11388144 w 17279011"/>
              <a:gd name="connsiteY8" fmla="*/ 1880007 h 3562502"/>
              <a:gd name="connsiteX9" fmla="*/ 12746662 w 17279011"/>
              <a:gd name="connsiteY9" fmla="*/ 1882695 h 3562502"/>
              <a:gd name="connsiteX10" fmla="*/ 13001421 w 17279011"/>
              <a:gd name="connsiteY10" fmla="*/ 2848024 h 3562502"/>
              <a:gd name="connsiteX11" fmla="*/ 13253522 w 17279011"/>
              <a:gd name="connsiteY11" fmla="*/ 0 h 3562502"/>
              <a:gd name="connsiteX12" fmla="*/ 13516869 w 17279011"/>
              <a:gd name="connsiteY12" fmla="*/ 3533241 h 3562502"/>
              <a:gd name="connsiteX13" fmla="*/ 13838737 w 17279011"/>
              <a:gd name="connsiteY13" fmla="*/ 1250899 h 3562502"/>
              <a:gd name="connsiteX14" fmla="*/ 13933836 w 17279011"/>
              <a:gd name="connsiteY14" fmla="*/ 1873328 h 3562502"/>
              <a:gd name="connsiteX15" fmla="*/ 17279011 w 17279011"/>
              <a:gd name="connsiteY15" fmla="*/ 1867897 h 3562502"/>
              <a:gd name="connsiteX0" fmla="*/ 0 w 17279011"/>
              <a:gd name="connsiteY0" fmla="*/ 1904392 h 3562502"/>
              <a:gd name="connsiteX1" fmla="*/ 8154827 w 17279011"/>
              <a:gd name="connsiteY1" fmla="*/ 1865376 h 3562502"/>
              <a:gd name="connsiteX2" fmla="*/ 8257240 w 17279011"/>
              <a:gd name="connsiteY2" fmla="*/ 1236269 h 3562502"/>
              <a:gd name="connsiteX3" fmla="*/ 8542532 w 17279011"/>
              <a:gd name="connsiteY3" fmla="*/ 3562502 h 3562502"/>
              <a:gd name="connsiteX4" fmla="*/ 8835140 w 17279011"/>
              <a:gd name="connsiteY4" fmla="*/ 14630 h 3562502"/>
              <a:gd name="connsiteX5" fmla="*/ 9146313 w 17279011"/>
              <a:gd name="connsiteY5" fmla="*/ 3076605 h 3562502"/>
              <a:gd name="connsiteX6" fmla="*/ 9286573 w 17279011"/>
              <a:gd name="connsiteY6" fmla="*/ 1867853 h 3562502"/>
              <a:gd name="connsiteX7" fmla="*/ 10705722 w 17279011"/>
              <a:gd name="connsiteY7" fmla="*/ 1889588 h 3562502"/>
              <a:gd name="connsiteX8" fmla="*/ 11388144 w 17279011"/>
              <a:gd name="connsiteY8" fmla="*/ 1880007 h 3562502"/>
              <a:gd name="connsiteX9" fmla="*/ 12746662 w 17279011"/>
              <a:gd name="connsiteY9" fmla="*/ 1882695 h 3562502"/>
              <a:gd name="connsiteX10" fmla="*/ 13001421 w 17279011"/>
              <a:gd name="connsiteY10" fmla="*/ 2848024 h 3562502"/>
              <a:gd name="connsiteX11" fmla="*/ 13253522 w 17279011"/>
              <a:gd name="connsiteY11" fmla="*/ 0 h 3562502"/>
              <a:gd name="connsiteX12" fmla="*/ 13516869 w 17279011"/>
              <a:gd name="connsiteY12" fmla="*/ 3533241 h 3562502"/>
              <a:gd name="connsiteX13" fmla="*/ 13838737 w 17279011"/>
              <a:gd name="connsiteY13" fmla="*/ 1250899 h 3562502"/>
              <a:gd name="connsiteX14" fmla="*/ 13933836 w 17279011"/>
              <a:gd name="connsiteY14" fmla="*/ 1873328 h 3562502"/>
              <a:gd name="connsiteX15" fmla="*/ 17279011 w 17279011"/>
              <a:gd name="connsiteY15" fmla="*/ 1867897 h 3562502"/>
              <a:gd name="connsiteX0" fmla="*/ 0 w 17279011"/>
              <a:gd name="connsiteY0" fmla="*/ 1904392 h 3562502"/>
              <a:gd name="connsiteX1" fmla="*/ 8154827 w 17279011"/>
              <a:gd name="connsiteY1" fmla="*/ 1865376 h 3562502"/>
              <a:gd name="connsiteX2" fmla="*/ 8257240 w 17279011"/>
              <a:gd name="connsiteY2" fmla="*/ 1236269 h 3562502"/>
              <a:gd name="connsiteX3" fmla="*/ 8542532 w 17279011"/>
              <a:gd name="connsiteY3" fmla="*/ 3562502 h 3562502"/>
              <a:gd name="connsiteX4" fmla="*/ 8835140 w 17279011"/>
              <a:gd name="connsiteY4" fmla="*/ 14630 h 3562502"/>
              <a:gd name="connsiteX5" fmla="*/ 9146313 w 17279011"/>
              <a:gd name="connsiteY5" fmla="*/ 3076605 h 3562502"/>
              <a:gd name="connsiteX6" fmla="*/ 9286573 w 17279011"/>
              <a:gd name="connsiteY6" fmla="*/ 1867853 h 3562502"/>
              <a:gd name="connsiteX7" fmla="*/ 10705722 w 17279011"/>
              <a:gd name="connsiteY7" fmla="*/ 1889588 h 3562502"/>
              <a:gd name="connsiteX8" fmla="*/ 12746662 w 17279011"/>
              <a:gd name="connsiteY8" fmla="*/ 1882695 h 3562502"/>
              <a:gd name="connsiteX9" fmla="*/ 13001421 w 17279011"/>
              <a:gd name="connsiteY9" fmla="*/ 2848024 h 3562502"/>
              <a:gd name="connsiteX10" fmla="*/ 13253522 w 17279011"/>
              <a:gd name="connsiteY10" fmla="*/ 0 h 3562502"/>
              <a:gd name="connsiteX11" fmla="*/ 13516869 w 17279011"/>
              <a:gd name="connsiteY11" fmla="*/ 3533241 h 3562502"/>
              <a:gd name="connsiteX12" fmla="*/ 13838737 w 17279011"/>
              <a:gd name="connsiteY12" fmla="*/ 1250899 h 3562502"/>
              <a:gd name="connsiteX13" fmla="*/ 13933836 w 17279011"/>
              <a:gd name="connsiteY13" fmla="*/ 1873328 h 3562502"/>
              <a:gd name="connsiteX14" fmla="*/ 17279011 w 17279011"/>
              <a:gd name="connsiteY14" fmla="*/ 1867897 h 3562502"/>
              <a:gd name="connsiteX0" fmla="*/ 0 w 17279011"/>
              <a:gd name="connsiteY0" fmla="*/ 1904392 h 3562502"/>
              <a:gd name="connsiteX1" fmla="*/ 8154827 w 17279011"/>
              <a:gd name="connsiteY1" fmla="*/ 1865376 h 3562502"/>
              <a:gd name="connsiteX2" fmla="*/ 8257240 w 17279011"/>
              <a:gd name="connsiteY2" fmla="*/ 1236269 h 3562502"/>
              <a:gd name="connsiteX3" fmla="*/ 8542532 w 17279011"/>
              <a:gd name="connsiteY3" fmla="*/ 3562502 h 3562502"/>
              <a:gd name="connsiteX4" fmla="*/ 8835140 w 17279011"/>
              <a:gd name="connsiteY4" fmla="*/ 14630 h 3562502"/>
              <a:gd name="connsiteX5" fmla="*/ 9146313 w 17279011"/>
              <a:gd name="connsiteY5" fmla="*/ 3076605 h 3562502"/>
              <a:gd name="connsiteX6" fmla="*/ 9286573 w 17279011"/>
              <a:gd name="connsiteY6" fmla="*/ 1867853 h 3562502"/>
              <a:gd name="connsiteX7" fmla="*/ 12746662 w 17279011"/>
              <a:gd name="connsiteY7" fmla="*/ 1882695 h 3562502"/>
              <a:gd name="connsiteX8" fmla="*/ 13001421 w 17279011"/>
              <a:gd name="connsiteY8" fmla="*/ 2848024 h 3562502"/>
              <a:gd name="connsiteX9" fmla="*/ 13253522 w 17279011"/>
              <a:gd name="connsiteY9" fmla="*/ 0 h 3562502"/>
              <a:gd name="connsiteX10" fmla="*/ 13516869 w 17279011"/>
              <a:gd name="connsiteY10" fmla="*/ 3533241 h 3562502"/>
              <a:gd name="connsiteX11" fmla="*/ 13838737 w 17279011"/>
              <a:gd name="connsiteY11" fmla="*/ 1250899 h 3562502"/>
              <a:gd name="connsiteX12" fmla="*/ 13933836 w 17279011"/>
              <a:gd name="connsiteY12" fmla="*/ 1873328 h 3562502"/>
              <a:gd name="connsiteX13" fmla="*/ 17279011 w 17279011"/>
              <a:gd name="connsiteY13" fmla="*/ 1867897 h 3562502"/>
              <a:gd name="connsiteX0" fmla="*/ 0 w 17279011"/>
              <a:gd name="connsiteY0" fmla="*/ 1904392 h 3562502"/>
              <a:gd name="connsiteX1" fmla="*/ 8154827 w 17279011"/>
              <a:gd name="connsiteY1" fmla="*/ 1865376 h 3562502"/>
              <a:gd name="connsiteX2" fmla="*/ 8257240 w 17279011"/>
              <a:gd name="connsiteY2" fmla="*/ 1236269 h 3562502"/>
              <a:gd name="connsiteX3" fmla="*/ 8542532 w 17279011"/>
              <a:gd name="connsiteY3" fmla="*/ 3562502 h 3562502"/>
              <a:gd name="connsiteX4" fmla="*/ 8835140 w 17279011"/>
              <a:gd name="connsiteY4" fmla="*/ 14630 h 3562502"/>
              <a:gd name="connsiteX5" fmla="*/ 9146313 w 17279011"/>
              <a:gd name="connsiteY5" fmla="*/ 3076605 h 3562502"/>
              <a:gd name="connsiteX6" fmla="*/ 9286573 w 17279011"/>
              <a:gd name="connsiteY6" fmla="*/ 1867853 h 3562502"/>
              <a:gd name="connsiteX7" fmla="*/ 12746662 w 17279011"/>
              <a:gd name="connsiteY7" fmla="*/ 1868490 h 3562502"/>
              <a:gd name="connsiteX8" fmla="*/ 13001421 w 17279011"/>
              <a:gd name="connsiteY8" fmla="*/ 2848024 h 3562502"/>
              <a:gd name="connsiteX9" fmla="*/ 13253522 w 17279011"/>
              <a:gd name="connsiteY9" fmla="*/ 0 h 3562502"/>
              <a:gd name="connsiteX10" fmla="*/ 13516869 w 17279011"/>
              <a:gd name="connsiteY10" fmla="*/ 3533241 h 3562502"/>
              <a:gd name="connsiteX11" fmla="*/ 13838737 w 17279011"/>
              <a:gd name="connsiteY11" fmla="*/ 1250899 h 3562502"/>
              <a:gd name="connsiteX12" fmla="*/ 13933836 w 17279011"/>
              <a:gd name="connsiteY12" fmla="*/ 1873328 h 3562502"/>
              <a:gd name="connsiteX13" fmla="*/ 17279011 w 17279011"/>
              <a:gd name="connsiteY13" fmla="*/ 1867897 h 3562502"/>
              <a:gd name="connsiteX0" fmla="*/ 0 w 19775667"/>
              <a:gd name="connsiteY0" fmla="*/ 1861774 h 3562502"/>
              <a:gd name="connsiteX1" fmla="*/ 10651483 w 19775667"/>
              <a:gd name="connsiteY1" fmla="*/ 1865376 h 3562502"/>
              <a:gd name="connsiteX2" fmla="*/ 10753896 w 19775667"/>
              <a:gd name="connsiteY2" fmla="*/ 1236269 h 3562502"/>
              <a:gd name="connsiteX3" fmla="*/ 11039188 w 19775667"/>
              <a:gd name="connsiteY3" fmla="*/ 3562502 h 3562502"/>
              <a:gd name="connsiteX4" fmla="*/ 11331796 w 19775667"/>
              <a:gd name="connsiteY4" fmla="*/ 14630 h 3562502"/>
              <a:gd name="connsiteX5" fmla="*/ 11642969 w 19775667"/>
              <a:gd name="connsiteY5" fmla="*/ 3076605 h 3562502"/>
              <a:gd name="connsiteX6" fmla="*/ 11783229 w 19775667"/>
              <a:gd name="connsiteY6" fmla="*/ 1867853 h 3562502"/>
              <a:gd name="connsiteX7" fmla="*/ 15243318 w 19775667"/>
              <a:gd name="connsiteY7" fmla="*/ 1868490 h 3562502"/>
              <a:gd name="connsiteX8" fmla="*/ 15498077 w 19775667"/>
              <a:gd name="connsiteY8" fmla="*/ 2848024 h 3562502"/>
              <a:gd name="connsiteX9" fmla="*/ 15750178 w 19775667"/>
              <a:gd name="connsiteY9" fmla="*/ 0 h 3562502"/>
              <a:gd name="connsiteX10" fmla="*/ 16013525 w 19775667"/>
              <a:gd name="connsiteY10" fmla="*/ 3533241 h 3562502"/>
              <a:gd name="connsiteX11" fmla="*/ 16335393 w 19775667"/>
              <a:gd name="connsiteY11" fmla="*/ 1250899 h 3562502"/>
              <a:gd name="connsiteX12" fmla="*/ 16430492 w 19775667"/>
              <a:gd name="connsiteY12" fmla="*/ 1873328 h 3562502"/>
              <a:gd name="connsiteX13" fmla="*/ 19775667 w 19775667"/>
              <a:gd name="connsiteY13" fmla="*/ 1867897 h 3562502"/>
              <a:gd name="connsiteX0" fmla="*/ 0 w 19075538"/>
              <a:gd name="connsiteY0" fmla="*/ 1861774 h 3562502"/>
              <a:gd name="connsiteX1" fmla="*/ 10651483 w 19075538"/>
              <a:gd name="connsiteY1" fmla="*/ 1865376 h 3562502"/>
              <a:gd name="connsiteX2" fmla="*/ 10753896 w 19075538"/>
              <a:gd name="connsiteY2" fmla="*/ 1236269 h 3562502"/>
              <a:gd name="connsiteX3" fmla="*/ 11039188 w 19075538"/>
              <a:gd name="connsiteY3" fmla="*/ 3562502 h 3562502"/>
              <a:gd name="connsiteX4" fmla="*/ 11331796 w 19075538"/>
              <a:gd name="connsiteY4" fmla="*/ 14630 h 3562502"/>
              <a:gd name="connsiteX5" fmla="*/ 11642969 w 19075538"/>
              <a:gd name="connsiteY5" fmla="*/ 3076605 h 3562502"/>
              <a:gd name="connsiteX6" fmla="*/ 11783229 w 19075538"/>
              <a:gd name="connsiteY6" fmla="*/ 1867853 h 3562502"/>
              <a:gd name="connsiteX7" fmla="*/ 15243318 w 19075538"/>
              <a:gd name="connsiteY7" fmla="*/ 1868490 h 3562502"/>
              <a:gd name="connsiteX8" fmla="*/ 15498077 w 19075538"/>
              <a:gd name="connsiteY8" fmla="*/ 2848024 h 3562502"/>
              <a:gd name="connsiteX9" fmla="*/ 15750178 w 19075538"/>
              <a:gd name="connsiteY9" fmla="*/ 0 h 3562502"/>
              <a:gd name="connsiteX10" fmla="*/ 16013525 w 19075538"/>
              <a:gd name="connsiteY10" fmla="*/ 3533241 h 3562502"/>
              <a:gd name="connsiteX11" fmla="*/ 16335393 w 19075538"/>
              <a:gd name="connsiteY11" fmla="*/ 1250899 h 3562502"/>
              <a:gd name="connsiteX12" fmla="*/ 16430492 w 19075538"/>
              <a:gd name="connsiteY12" fmla="*/ 1873328 h 3562502"/>
              <a:gd name="connsiteX13" fmla="*/ 19075538 w 19075538"/>
              <a:gd name="connsiteY13" fmla="*/ 1874243 h 3562502"/>
              <a:gd name="connsiteX0" fmla="*/ 0 w 19096130"/>
              <a:gd name="connsiteY0" fmla="*/ 1861774 h 3562502"/>
              <a:gd name="connsiteX1" fmla="*/ 10651483 w 19096130"/>
              <a:gd name="connsiteY1" fmla="*/ 1865376 h 3562502"/>
              <a:gd name="connsiteX2" fmla="*/ 10753896 w 19096130"/>
              <a:gd name="connsiteY2" fmla="*/ 1236269 h 3562502"/>
              <a:gd name="connsiteX3" fmla="*/ 11039188 w 19096130"/>
              <a:gd name="connsiteY3" fmla="*/ 3562502 h 3562502"/>
              <a:gd name="connsiteX4" fmla="*/ 11331796 w 19096130"/>
              <a:gd name="connsiteY4" fmla="*/ 14630 h 3562502"/>
              <a:gd name="connsiteX5" fmla="*/ 11642969 w 19096130"/>
              <a:gd name="connsiteY5" fmla="*/ 3076605 h 3562502"/>
              <a:gd name="connsiteX6" fmla="*/ 11783229 w 19096130"/>
              <a:gd name="connsiteY6" fmla="*/ 1867853 h 3562502"/>
              <a:gd name="connsiteX7" fmla="*/ 15243318 w 19096130"/>
              <a:gd name="connsiteY7" fmla="*/ 1868490 h 3562502"/>
              <a:gd name="connsiteX8" fmla="*/ 15498077 w 19096130"/>
              <a:gd name="connsiteY8" fmla="*/ 2848024 h 3562502"/>
              <a:gd name="connsiteX9" fmla="*/ 15750178 w 19096130"/>
              <a:gd name="connsiteY9" fmla="*/ 0 h 3562502"/>
              <a:gd name="connsiteX10" fmla="*/ 16013525 w 19096130"/>
              <a:gd name="connsiteY10" fmla="*/ 3533241 h 3562502"/>
              <a:gd name="connsiteX11" fmla="*/ 16335393 w 19096130"/>
              <a:gd name="connsiteY11" fmla="*/ 1250899 h 3562502"/>
              <a:gd name="connsiteX12" fmla="*/ 16430492 w 19096130"/>
              <a:gd name="connsiteY12" fmla="*/ 1873328 h 3562502"/>
              <a:gd name="connsiteX13" fmla="*/ 19096130 w 19096130"/>
              <a:gd name="connsiteY13" fmla="*/ 1874243 h 3562502"/>
              <a:gd name="connsiteX0" fmla="*/ 0 w 19096130"/>
              <a:gd name="connsiteY0" fmla="*/ 1861774 h 3562502"/>
              <a:gd name="connsiteX1" fmla="*/ 10651483 w 19096130"/>
              <a:gd name="connsiteY1" fmla="*/ 1865376 h 3562502"/>
              <a:gd name="connsiteX2" fmla="*/ 10753896 w 19096130"/>
              <a:gd name="connsiteY2" fmla="*/ 1236269 h 3562502"/>
              <a:gd name="connsiteX3" fmla="*/ 11039188 w 19096130"/>
              <a:gd name="connsiteY3" fmla="*/ 3562502 h 3562502"/>
              <a:gd name="connsiteX4" fmla="*/ 11331796 w 19096130"/>
              <a:gd name="connsiteY4" fmla="*/ 14630 h 3562502"/>
              <a:gd name="connsiteX5" fmla="*/ 11642969 w 19096130"/>
              <a:gd name="connsiteY5" fmla="*/ 3076605 h 3562502"/>
              <a:gd name="connsiteX6" fmla="*/ 11783229 w 19096130"/>
              <a:gd name="connsiteY6" fmla="*/ 1867853 h 3562502"/>
              <a:gd name="connsiteX7" fmla="*/ 15243318 w 19096130"/>
              <a:gd name="connsiteY7" fmla="*/ 1868490 h 3562502"/>
              <a:gd name="connsiteX8" fmla="*/ 15498077 w 19096130"/>
              <a:gd name="connsiteY8" fmla="*/ 2848024 h 3562502"/>
              <a:gd name="connsiteX9" fmla="*/ 15750178 w 19096130"/>
              <a:gd name="connsiteY9" fmla="*/ 0 h 3562502"/>
              <a:gd name="connsiteX10" fmla="*/ 16013525 w 19096130"/>
              <a:gd name="connsiteY10" fmla="*/ 3533241 h 3562502"/>
              <a:gd name="connsiteX11" fmla="*/ 16335393 w 19096130"/>
              <a:gd name="connsiteY11" fmla="*/ 1250899 h 3562502"/>
              <a:gd name="connsiteX12" fmla="*/ 16430492 w 19096130"/>
              <a:gd name="connsiteY12" fmla="*/ 1873328 h 3562502"/>
              <a:gd name="connsiteX13" fmla="*/ 19096130 w 19096130"/>
              <a:gd name="connsiteY13" fmla="*/ 1867897 h 3562502"/>
              <a:gd name="connsiteX0" fmla="*/ 0 w 19096130"/>
              <a:gd name="connsiteY0" fmla="*/ 1861774 h 3562502"/>
              <a:gd name="connsiteX1" fmla="*/ 10651483 w 19096130"/>
              <a:gd name="connsiteY1" fmla="*/ 1865376 h 3562502"/>
              <a:gd name="connsiteX2" fmla="*/ 10753896 w 19096130"/>
              <a:gd name="connsiteY2" fmla="*/ 1236269 h 3562502"/>
              <a:gd name="connsiteX3" fmla="*/ 11039188 w 19096130"/>
              <a:gd name="connsiteY3" fmla="*/ 3562502 h 3562502"/>
              <a:gd name="connsiteX4" fmla="*/ 11331796 w 19096130"/>
              <a:gd name="connsiteY4" fmla="*/ 14630 h 3562502"/>
              <a:gd name="connsiteX5" fmla="*/ 11642969 w 19096130"/>
              <a:gd name="connsiteY5" fmla="*/ 3076605 h 3562502"/>
              <a:gd name="connsiteX6" fmla="*/ 11783229 w 19096130"/>
              <a:gd name="connsiteY6" fmla="*/ 1867853 h 3562502"/>
              <a:gd name="connsiteX7" fmla="*/ 15243318 w 19096130"/>
              <a:gd name="connsiteY7" fmla="*/ 1868490 h 3562502"/>
              <a:gd name="connsiteX8" fmla="*/ 15498077 w 19096130"/>
              <a:gd name="connsiteY8" fmla="*/ 2848024 h 3562502"/>
              <a:gd name="connsiteX9" fmla="*/ 15750178 w 19096130"/>
              <a:gd name="connsiteY9" fmla="*/ 0 h 3562502"/>
              <a:gd name="connsiteX10" fmla="*/ 16013525 w 19096130"/>
              <a:gd name="connsiteY10" fmla="*/ 3533241 h 3562502"/>
              <a:gd name="connsiteX11" fmla="*/ 16335393 w 19096130"/>
              <a:gd name="connsiteY11" fmla="*/ 1250899 h 3562502"/>
              <a:gd name="connsiteX12" fmla="*/ 16430492 w 19096130"/>
              <a:gd name="connsiteY12" fmla="*/ 1873328 h 3562502"/>
              <a:gd name="connsiteX13" fmla="*/ 19096130 w 19096130"/>
              <a:gd name="connsiteY13" fmla="*/ 1867897 h 3562502"/>
              <a:gd name="connsiteX0" fmla="*/ 0 w 19096130"/>
              <a:gd name="connsiteY0" fmla="*/ 1861774 h 3562502"/>
              <a:gd name="connsiteX1" fmla="*/ 10651483 w 19096130"/>
              <a:gd name="connsiteY1" fmla="*/ 1865376 h 3562502"/>
              <a:gd name="connsiteX2" fmla="*/ 10753896 w 19096130"/>
              <a:gd name="connsiteY2" fmla="*/ 1236269 h 3562502"/>
              <a:gd name="connsiteX3" fmla="*/ 11039188 w 19096130"/>
              <a:gd name="connsiteY3" fmla="*/ 3562502 h 3562502"/>
              <a:gd name="connsiteX4" fmla="*/ 11331796 w 19096130"/>
              <a:gd name="connsiteY4" fmla="*/ 14630 h 3562502"/>
              <a:gd name="connsiteX5" fmla="*/ 11642969 w 19096130"/>
              <a:gd name="connsiteY5" fmla="*/ 3076605 h 3562502"/>
              <a:gd name="connsiteX6" fmla="*/ 11783229 w 19096130"/>
              <a:gd name="connsiteY6" fmla="*/ 1867853 h 3562502"/>
              <a:gd name="connsiteX7" fmla="*/ 15243318 w 19096130"/>
              <a:gd name="connsiteY7" fmla="*/ 1868490 h 3562502"/>
              <a:gd name="connsiteX8" fmla="*/ 15498077 w 19096130"/>
              <a:gd name="connsiteY8" fmla="*/ 2848024 h 3562502"/>
              <a:gd name="connsiteX9" fmla="*/ 15750178 w 19096130"/>
              <a:gd name="connsiteY9" fmla="*/ 0 h 3562502"/>
              <a:gd name="connsiteX10" fmla="*/ 16013525 w 19096130"/>
              <a:gd name="connsiteY10" fmla="*/ 3533241 h 3562502"/>
              <a:gd name="connsiteX11" fmla="*/ 16335393 w 19096130"/>
              <a:gd name="connsiteY11" fmla="*/ 1250899 h 3562502"/>
              <a:gd name="connsiteX12" fmla="*/ 16430491 w 19096130"/>
              <a:gd name="connsiteY12" fmla="*/ 1860635 h 3562502"/>
              <a:gd name="connsiteX13" fmla="*/ 19096130 w 19096130"/>
              <a:gd name="connsiteY13" fmla="*/ 1867897 h 3562502"/>
              <a:gd name="connsiteX0" fmla="*/ 0 w 19748213"/>
              <a:gd name="connsiteY0" fmla="*/ 1868122 h 3562502"/>
              <a:gd name="connsiteX1" fmla="*/ 11303566 w 19748213"/>
              <a:gd name="connsiteY1" fmla="*/ 1865376 h 3562502"/>
              <a:gd name="connsiteX2" fmla="*/ 11405979 w 19748213"/>
              <a:gd name="connsiteY2" fmla="*/ 1236269 h 3562502"/>
              <a:gd name="connsiteX3" fmla="*/ 11691271 w 19748213"/>
              <a:gd name="connsiteY3" fmla="*/ 3562502 h 3562502"/>
              <a:gd name="connsiteX4" fmla="*/ 11983879 w 19748213"/>
              <a:gd name="connsiteY4" fmla="*/ 14630 h 3562502"/>
              <a:gd name="connsiteX5" fmla="*/ 12295052 w 19748213"/>
              <a:gd name="connsiteY5" fmla="*/ 3076605 h 3562502"/>
              <a:gd name="connsiteX6" fmla="*/ 12435312 w 19748213"/>
              <a:gd name="connsiteY6" fmla="*/ 1867853 h 3562502"/>
              <a:gd name="connsiteX7" fmla="*/ 15895401 w 19748213"/>
              <a:gd name="connsiteY7" fmla="*/ 1868490 h 3562502"/>
              <a:gd name="connsiteX8" fmla="*/ 16150160 w 19748213"/>
              <a:gd name="connsiteY8" fmla="*/ 2848024 h 3562502"/>
              <a:gd name="connsiteX9" fmla="*/ 16402261 w 19748213"/>
              <a:gd name="connsiteY9" fmla="*/ 0 h 3562502"/>
              <a:gd name="connsiteX10" fmla="*/ 16665608 w 19748213"/>
              <a:gd name="connsiteY10" fmla="*/ 3533241 h 3562502"/>
              <a:gd name="connsiteX11" fmla="*/ 16987476 w 19748213"/>
              <a:gd name="connsiteY11" fmla="*/ 1250899 h 3562502"/>
              <a:gd name="connsiteX12" fmla="*/ 17082574 w 19748213"/>
              <a:gd name="connsiteY12" fmla="*/ 1860635 h 3562502"/>
              <a:gd name="connsiteX13" fmla="*/ 19748213 w 19748213"/>
              <a:gd name="connsiteY13" fmla="*/ 1867897 h 3562502"/>
              <a:gd name="connsiteX0" fmla="*/ 0 w 19782534"/>
              <a:gd name="connsiteY0" fmla="*/ 1868122 h 3562502"/>
              <a:gd name="connsiteX1" fmla="*/ 11337887 w 19782534"/>
              <a:gd name="connsiteY1" fmla="*/ 1865376 h 3562502"/>
              <a:gd name="connsiteX2" fmla="*/ 11440300 w 19782534"/>
              <a:gd name="connsiteY2" fmla="*/ 1236269 h 3562502"/>
              <a:gd name="connsiteX3" fmla="*/ 11725592 w 19782534"/>
              <a:gd name="connsiteY3" fmla="*/ 3562502 h 3562502"/>
              <a:gd name="connsiteX4" fmla="*/ 12018200 w 19782534"/>
              <a:gd name="connsiteY4" fmla="*/ 14630 h 3562502"/>
              <a:gd name="connsiteX5" fmla="*/ 12329373 w 19782534"/>
              <a:gd name="connsiteY5" fmla="*/ 3076605 h 3562502"/>
              <a:gd name="connsiteX6" fmla="*/ 12469633 w 19782534"/>
              <a:gd name="connsiteY6" fmla="*/ 1867853 h 3562502"/>
              <a:gd name="connsiteX7" fmla="*/ 15929722 w 19782534"/>
              <a:gd name="connsiteY7" fmla="*/ 1868490 h 3562502"/>
              <a:gd name="connsiteX8" fmla="*/ 16184481 w 19782534"/>
              <a:gd name="connsiteY8" fmla="*/ 2848024 h 3562502"/>
              <a:gd name="connsiteX9" fmla="*/ 16436582 w 19782534"/>
              <a:gd name="connsiteY9" fmla="*/ 0 h 3562502"/>
              <a:gd name="connsiteX10" fmla="*/ 16699929 w 19782534"/>
              <a:gd name="connsiteY10" fmla="*/ 3533241 h 3562502"/>
              <a:gd name="connsiteX11" fmla="*/ 17021797 w 19782534"/>
              <a:gd name="connsiteY11" fmla="*/ 1250899 h 3562502"/>
              <a:gd name="connsiteX12" fmla="*/ 17116895 w 19782534"/>
              <a:gd name="connsiteY12" fmla="*/ 1860635 h 3562502"/>
              <a:gd name="connsiteX13" fmla="*/ 19782534 w 19782534"/>
              <a:gd name="connsiteY13" fmla="*/ 1867897 h 3562502"/>
              <a:gd name="connsiteX0" fmla="*/ 0 w 17116895"/>
              <a:gd name="connsiteY0" fmla="*/ 1868122 h 3562502"/>
              <a:gd name="connsiteX1" fmla="*/ 11337887 w 17116895"/>
              <a:gd name="connsiteY1" fmla="*/ 1865376 h 3562502"/>
              <a:gd name="connsiteX2" fmla="*/ 11440300 w 17116895"/>
              <a:gd name="connsiteY2" fmla="*/ 1236269 h 3562502"/>
              <a:gd name="connsiteX3" fmla="*/ 11725592 w 17116895"/>
              <a:gd name="connsiteY3" fmla="*/ 3562502 h 3562502"/>
              <a:gd name="connsiteX4" fmla="*/ 12018200 w 17116895"/>
              <a:gd name="connsiteY4" fmla="*/ 14630 h 3562502"/>
              <a:gd name="connsiteX5" fmla="*/ 12329373 w 17116895"/>
              <a:gd name="connsiteY5" fmla="*/ 3076605 h 3562502"/>
              <a:gd name="connsiteX6" fmla="*/ 12469633 w 17116895"/>
              <a:gd name="connsiteY6" fmla="*/ 1867853 h 3562502"/>
              <a:gd name="connsiteX7" fmla="*/ 15929722 w 17116895"/>
              <a:gd name="connsiteY7" fmla="*/ 1868490 h 3562502"/>
              <a:gd name="connsiteX8" fmla="*/ 16184481 w 17116895"/>
              <a:gd name="connsiteY8" fmla="*/ 2848024 h 3562502"/>
              <a:gd name="connsiteX9" fmla="*/ 16436582 w 17116895"/>
              <a:gd name="connsiteY9" fmla="*/ 0 h 3562502"/>
              <a:gd name="connsiteX10" fmla="*/ 16699929 w 17116895"/>
              <a:gd name="connsiteY10" fmla="*/ 3533241 h 3562502"/>
              <a:gd name="connsiteX11" fmla="*/ 17021797 w 17116895"/>
              <a:gd name="connsiteY11" fmla="*/ 1250899 h 3562502"/>
              <a:gd name="connsiteX12" fmla="*/ 17116895 w 17116895"/>
              <a:gd name="connsiteY12" fmla="*/ 1860635 h 3562502"/>
              <a:gd name="connsiteX0" fmla="*/ 0 w 17021797"/>
              <a:gd name="connsiteY0" fmla="*/ 1868122 h 3562502"/>
              <a:gd name="connsiteX1" fmla="*/ 11337887 w 17021797"/>
              <a:gd name="connsiteY1" fmla="*/ 1865376 h 3562502"/>
              <a:gd name="connsiteX2" fmla="*/ 11440300 w 17021797"/>
              <a:gd name="connsiteY2" fmla="*/ 1236269 h 3562502"/>
              <a:gd name="connsiteX3" fmla="*/ 11725592 w 17021797"/>
              <a:gd name="connsiteY3" fmla="*/ 3562502 h 3562502"/>
              <a:gd name="connsiteX4" fmla="*/ 12018200 w 17021797"/>
              <a:gd name="connsiteY4" fmla="*/ 14630 h 3562502"/>
              <a:gd name="connsiteX5" fmla="*/ 12329373 w 17021797"/>
              <a:gd name="connsiteY5" fmla="*/ 3076605 h 3562502"/>
              <a:gd name="connsiteX6" fmla="*/ 12469633 w 17021797"/>
              <a:gd name="connsiteY6" fmla="*/ 1867853 h 3562502"/>
              <a:gd name="connsiteX7" fmla="*/ 15929722 w 17021797"/>
              <a:gd name="connsiteY7" fmla="*/ 1868490 h 3562502"/>
              <a:gd name="connsiteX8" fmla="*/ 16184481 w 17021797"/>
              <a:gd name="connsiteY8" fmla="*/ 2848024 h 3562502"/>
              <a:gd name="connsiteX9" fmla="*/ 16436582 w 17021797"/>
              <a:gd name="connsiteY9" fmla="*/ 0 h 3562502"/>
              <a:gd name="connsiteX10" fmla="*/ 16699929 w 17021797"/>
              <a:gd name="connsiteY10" fmla="*/ 3533241 h 3562502"/>
              <a:gd name="connsiteX11" fmla="*/ 17021797 w 17021797"/>
              <a:gd name="connsiteY11" fmla="*/ 1250899 h 3562502"/>
              <a:gd name="connsiteX0" fmla="*/ 0 w 16699928"/>
              <a:gd name="connsiteY0" fmla="*/ 1868122 h 3562502"/>
              <a:gd name="connsiteX1" fmla="*/ 11337887 w 16699928"/>
              <a:gd name="connsiteY1" fmla="*/ 1865376 h 3562502"/>
              <a:gd name="connsiteX2" fmla="*/ 11440300 w 16699928"/>
              <a:gd name="connsiteY2" fmla="*/ 1236269 h 3562502"/>
              <a:gd name="connsiteX3" fmla="*/ 11725592 w 16699928"/>
              <a:gd name="connsiteY3" fmla="*/ 3562502 h 3562502"/>
              <a:gd name="connsiteX4" fmla="*/ 12018200 w 16699928"/>
              <a:gd name="connsiteY4" fmla="*/ 14630 h 3562502"/>
              <a:gd name="connsiteX5" fmla="*/ 12329373 w 16699928"/>
              <a:gd name="connsiteY5" fmla="*/ 3076605 h 3562502"/>
              <a:gd name="connsiteX6" fmla="*/ 12469633 w 16699928"/>
              <a:gd name="connsiteY6" fmla="*/ 1867853 h 3562502"/>
              <a:gd name="connsiteX7" fmla="*/ 15929722 w 16699928"/>
              <a:gd name="connsiteY7" fmla="*/ 1868490 h 3562502"/>
              <a:gd name="connsiteX8" fmla="*/ 16184481 w 16699928"/>
              <a:gd name="connsiteY8" fmla="*/ 2848024 h 3562502"/>
              <a:gd name="connsiteX9" fmla="*/ 16436582 w 16699928"/>
              <a:gd name="connsiteY9" fmla="*/ 0 h 3562502"/>
              <a:gd name="connsiteX10" fmla="*/ 16699929 w 16699928"/>
              <a:gd name="connsiteY10" fmla="*/ 3533241 h 3562502"/>
              <a:gd name="connsiteX0" fmla="*/ 0 w 16436581"/>
              <a:gd name="connsiteY0" fmla="*/ 1868122 h 3562502"/>
              <a:gd name="connsiteX1" fmla="*/ 11337887 w 16436581"/>
              <a:gd name="connsiteY1" fmla="*/ 1865376 h 3562502"/>
              <a:gd name="connsiteX2" fmla="*/ 11440300 w 16436581"/>
              <a:gd name="connsiteY2" fmla="*/ 1236269 h 3562502"/>
              <a:gd name="connsiteX3" fmla="*/ 11725592 w 16436581"/>
              <a:gd name="connsiteY3" fmla="*/ 3562502 h 3562502"/>
              <a:gd name="connsiteX4" fmla="*/ 12018200 w 16436581"/>
              <a:gd name="connsiteY4" fmla="*/ 14630 h 3562502"/>
              <a:gd name="connsiteX5" fmla="*/ 12329373 w 16436581"/>
              <a:gd name="connsiteY5" fmla="*/ 3076605 h 3562502"/>
              <a:gd name="connsiteX6" fmla="*/ 12469633 w 16436581"/>
              <a:gd name="connsiteY6" fmla="*/ 1867853 h 3562502"/>
              <a:gd name="connsiteX7" fmla="*/ 15929722 w 16436581"/>
              <a:gd name="connsiteY7" fmla="*/ 1868490 h 3562502"/>
              <a:gd name="connsiteX8" fmla="*/ 16184481 w 16436581"/>
              <a:gd name="connsiteY8" fmla="*/ 2848024 h 3562502"/>
              <a:gd name="connsiteX9" fmla="*/ 16436582 w 16436581"/>
              <a:gd name="connsiteY9" fmla="*/ 0 h 3562502"/>
              <a:gd name="connsiteX0" fmla="*/ 0 w 16184481"/>
              <a:gd name="connsiteY0" fmla="*/ 1853491 h 3547871"/>
              <a:gd name="connsiteX1" fmla="*/ 11337887 w 16184481"/>
              <a:gd name="connsiteY1" fmla="*/ 1850745 h 3547871"/>
              <a:gd name="connsiteX2" fmla="*/ 11440300 w 16184481"/>
              <a:gd name="connsiteY2" fmla="*/ 1221638 h 3547871"/>
              <a:gd name="connsiteX3" fmla="*/ 11725592 w 16184481"/>
              <a:gd name="connsiteY3" fmla="*/ 3547871 h 3547871"/>
              <a:gd name="connsiteX4" fmla="*/ 12018200 w 16184481"/>
              <a:gd name="connsiteY4" fmla="*/ -1 h 3547871"/>
              <a:gd name="connsiteX5" fmla="*/ 12329373 w 16184481"/>
              <a:gd name="connsiteY5" fmla="*/ 3061974 h 3547871"/>
              <a:gd name="connsiteX6" fmla="*/ 12469633 w 16184481"/>
              <a:gd name="connsiteY6" fmla="*/ 1853222 h 3547871"/>
              <a:gd name="connsiteX7" fmla="*/ 15929722 w 16184481"/>
              <a:gd name="connsiteY7" fmla="*/ 1853859 h 3547871"/>
              <a:gd name="connsiteX8" fmla="*/ 16184481 w 16184481"/>
              <a:gd name="connsiteY8" fmla="*/ 2833393 h 3547871"/>
              <a:gd name="connsiteX0" fmla="*/ 0 w 15929721"/>
              <a:gd name="connsiteY0" fmla="*/ 1853492 h 3547872"/>
              <a:gd name="connsiteX1" fmla="*/ 11337887 w 15929721"/>
              <a:gd name="connsiteY1" fmla="*/ 1850746 h 3547872"/>
              <a:gd name="connsiteX2" fmla="*/ 11440300 w 15929721"/>
              <a:gd name="connsiteY2" fmla="*/ 1221639 h 3547872"/>
              <a:gd name="connsiteX3" fmla="*/ 11725592 w 15929721"/>
              <a:gd name="connsiteY3" fmla="*/ 3547872 h 3547872"/>
              <a:gd name="connsiteX4" fmla="*/ 12018200 w 15929721"/>
              <a:gd name="connsiteY4" fmla="*/ 0 h 3547872"/>
              <a:gd name="connsiteX5" fmla="*/ 12329373 w 15929721"/>
              <a:gd name="connsiteY5" fmla="*/ 3061975 h 3547872"/>
              <a:gd name="connsiteX6" fmla="*/ 12469633 w 15929721"/>
              <a:gd name="connsiteY6" fmla="*/ 1853223 h 3547872"/>
              <a:gd name="connsiteX7" fmla="*/ 15929722 w 15929721"/>
              <a:gd name="connsiteY7" fmla="*/ 1853860 h 3547872"/>
              <a:gd name="connsiteX0" fmla="*/ 0 w 17764659"/>
              <a:gd name="connsiteY0" fmla="*/ 1853492 h 3547872"/>
              <a:gd name="connsiteX1" fmla="*/ 11337887 w 17764659"/>
              <a:gd name="connsiteY1" fmla="*/ 1850746 h 3547872"/>
              <a:gd name="connsiteX2" fmla="*/ 11440300 w 17764659"/>
              <a:gd name="connsiteY2" fmla="*/ 1221639 h 3547872"/>
              <a:gd name="connsiteX3" fmla="*/ 11725592 w 17764659"/>
              <a:gd name="connsiteY3" fmla="*/ 3547872 h 3547872"/>
              <a:gd name="connsiteX4" fmla="*/ 12018200 w 17764659"/>
              <a:gd name="connsiteY4" fmla="*/ 0 h 3547872"/>
              <a:gd name="connsiteX5" fmla="*/ 12329373 w 17764659"/>
              <a:gd name="connsiteY5" fmla="*/ 3061975 h 3547872"/>
              <a:gd name="connsiteX6" fmla="*/ 12469633 w 17764659"/>
              <a:gd name="connsiteY6" fmla="*/ 1853223 h 3547872"/>
              <a:gd name="connsiteX7" fmla="*/ 17764659 w 17764659"/>
              <a:gd name="connsiteY7" fmla="*/ 1853861 h 3547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764659" h="3547872">
                <a:moveTo>
                  <a:pt x="0" y="1853492"/>
                </a:moveTo>
                <a:lnTo>
                  <a:pt x="11337887" y="1850746"/>
                </a:lnTo>
                <a:lnTo>
                  <a:pt x="11440300" y="1221639"/>
                </a:lnTo>
                <a:lnTo>
                  <a:pt x="11725592" y="3547872"/>
                </a:lnTo>
                <a:lnTo>
                  <a:pt x="12018200" y="0"/>
                </a:lnTo>
                <a:lnTo>
                  <a:pt x="12329373" y="3061975"/>
                </a:lnTo>
                <a:lnTo>
                  <a:pt x="12469633" y="1853223"/>
                </a:lnTo>
                <a:lnTo>
                  <a:pt x="17764659" y="1853861"/>
                </a:lnTo>
              </a:path>
            </a:pathLst>
          </a:custGeom>
          <a:ln w="508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1" dirty="0"/>
          </a:p>
        </p:txBody>
      </p:sp>
      <p:grpSp>
        <p:nvGrpSpPr>
          <p:cNvPr id="12" name="Graphic 25">
            <a:extLst>
              <a:ext uri="{FF2B5EF4-FFF2-40B4-BE49-F238E27FC236}">
                <a16:creationId xmlns:a16="http://schemas.microsoft.com/office/drawing/2014/main" id="{F3792D48-67A2-406F-9773-6345F24CA9F4}"/>
              </a:ext>
            </a:extLst>
          </p:cNvPr>
          <p:cNvGrpSpPr/>
          <p:nvPr/>
        </p:nvGrpSpPr>
        <p:grpSpPr>
          <a:xfrm flipH="1">
            <a:off x="10898355" y="3000573"/>
            <a:ext cx="1293645" cy="859652"/>
            <a:chOff x="342288" y="5278574"/>
            <a:chExt cx="1920177" cy="1275995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55986FD-CD3E-4289-AB9D-037AE345D405}"/>
                </a:ext>
              </a:extLst>
            </p:cNvPr>
            <p:cNvSpPr/>
            <p:nvPr/>
          </p:nvSpPr>
          <p:spPr>
            <a:xfrm>
              <a:off x="342288" y="5278574"/>
              <a:ext cx="1920177" cy="1275995"/>
            </a:xfrm>
            <a:custGeom>
              <a:avLst/>
              <a:gdLst>
                <a:gd name="connsiteX0" fmla="*/ 1895460 w 1920176"/>
                <a:gd name="connsiteY0" fmla="*/ 616030 h 1274796"/>
                <a:gd name="connsiteX1" fmla="*/ 1829939 w 1920176"/>
                <a:gd name="connsiteY1" fmla="*/ 539306 h 1274796"/>
                <a:gd name="connsiteX2" fmla="*/ 1633135 w 1920176"/>
                <a:gd name="connsiteY2" fmla="*/ 367101 h 1274796"/>
                <a:gd name="connsiteX3" fmla="*/ 1431946 w 1920176"/>
                <a:gd name="connsiteY3" fmla="*/ 220229 h 1274796"/>
                <a:gd name="connsiteX4" fmla="*/ 1122124 w 1920176"/>
                <a:gd name="connsiteY4" fmla="*/ 73112 h 1274796"/>
                <a:gd name="connsiteX5" fmla="*/ 816931 w 1920176"/>
                <a:gd name="connsiteY5" fmla="*/ 2964 h 1274796"/>
                <a:gd name="connsiteX6" fmla="*/ 573360 w 1920176"/>
                <a:gd name="connsiteY6" fmla="*/ 15630 h 1274796"/>
                <a:gd name="connsiteX7" fmla="*/ 289114 w 1920176"/>
                <a:gd name="connsiteY7" fmla="*/ 113058 h 1274796"/>
                <a:gd name="connsiteX8" fmla="*/ 102052 w 1920176"/>
                <a:gd name="connsiteY8" fmla="*/ 262123 h 1274796"/>
                <a:gd name="connsiteX9" fmla="*/ 56991 w 1920176"/>
                <a:gd name="connsiteY9" fmla="*/ 711266 h 1274796"/>
                <a:gd name="connsiteX10" fmla="*/ 258180 w 1920176"/>
                <a:gd name="connsiteY10" fmla="*/ 899302 h 1274796"/>
                <a:gd name="connsiteX11" fmla="*/ 549977 w 1920176"/>
                <a:gd name="connsiteY11" fmla="*/ 1050316 h 1274796"/>
                <a:gd name="connsiteX12" fmla="*/ 879772 w 1920176"/>
                <a:gd name="connsiteY12" fmla="*/ 1181844 h 1274796"/>
                <a:gd name="connsiteX13" fmla="*/ 1159634 w 1920176"/>
                <a:gd name="connsiteY13" fmla="*/ 1270503 h 1274796"/>
                <a:gd name="connsiteX14" fmla="*/ 1272163 w 1920176"/>
                <a:gd name="connsiteY14" fmla="*/ 1270503 h 1274796"/>
                <a:gd name="connsiteX15" fmla="*/ 1408076 w 1920176"/>
                <a:gd name="connsiteY15" fmla="*/ 1214239 h 1274796"/>
                <a:gd name="connsiteX16" fmla="*/ 1738844 w 1920176"/>
                <a:gd name="connsiteY16" fmla="*/ 964579 h 1274796"/>
                <a:gd name="connsiteX17" fmla="*/ 1786584 w 1920176"/>
                <a:gd name="connsiteY17" fmla="*/ 967258 h 1274796"/>
                <a:gd name="connsiteX18" fmla="*/ 1807775 w 1920176"/>
                <a:gd name="connsiteY18" fmla="*/ 927069 h 1274796"/>
                <a:gd name="connsiteX19" fmla="*/ 1784879 w 1920176"/>
                <a:gd name="connsiteY19" fmla="*/ 918301 h 1274796"/>
                <a:gd name="connsiteX20" fmla="*/ 1836029 w 1920176"/>
                <a:gd name="connsiteY20" fmla="*/ 859600 h 1274796"/>
                <a:gd name="connsiteX21" fmla="*/ 1910805 w 1920176"/>
                <a:gd name="connsiteY21" fmla="*/ 735136 h 1274796"/>
                <a:gd name="connsiteX22" fmla="*/ 1895460 w 1920176"/>
                <a:gd name="connsiteY22" fmla="*/ 616030 h 1274796"/>
                <a:gd name="connsiteX0" fmla="*/ 1895460 w 1920177"/>
                <a:gd name="connsiteY0" fmla="*/ 616030 h 1274796"/>
                <a:gd name="connsiteX1" fmla="*/ 1829939 w 1920177"/>
                <a:gd name="connsiteY1" fmla="*/ 539306 h 1274796"/>
                <a:gd name="connsiteX2" fmla="*/ 1633135 w 1920177"/>
                <a:gd name="connsiteY2" fmla="*/ 367101 h 1274796"/>
                <a:gd name="connsiteX3" fmla="*/ 1431946 w 1920177"/>
                <a:gd name="connsiteY3" fmla="*/ 220229 h 1274796"/>
                <a:gd name="connsiteX4" fmla="*/ 1122124 w 1920177"/>
                <a:gd name="connsiteY4" fmla="*/ 73112 h 1274796"/>
                <a:gd name="connsiteX5" fmla="*/ 816931 w 1920177"/>
                <a:gd name="connsiteY5" fmla="*/ 2964 h 1274796"/>
                <a:gd name="connsiteX6" fmla="*/ 573360 w 1920177"/>
                <a:gd name="connsiteY6" fmla="*/ 15630 h 1274796"/>
                <a:gd name="connsiteX7" fmla="*/ 289114 w 1920177"/>
                <a:gd name="connsiteY7" fmla="*/ 113058 h 1274796"/>
                <a:gd name="connsiteX8" fmla="*/ 102052 w 1920177"/>
                <a:gd name="connsiteY8" fmla="*/ 262123 h 1274796"/>
                <a:gd name="connsiteX9" fmla="*/ 56991 w 1920177"/>
                <a:gd name="connsiteY9" fmla="*/ 711266 h 1274796"/>
                <a:gd name="connsiteX10" fmla="*/ 258180 w 1920177"/>
                <a:gd name="connsiteY10" fmla="*/ 899302 h 1274796"/>
                <a:gd name="connsiteX11" fmla="*/ 549977 w 1920177"/>
                <a:gd name="connsiteY11" fmla="*/ 1050316 h 1274796"/>
                <a:gd name="connsiteX12" fmla="*/ 879772 w 1920177"/>
                <a:gd name="connsiteY12" fmla="*/ 1181844 h 1274796"/>
                <a:gd name="connsiteX13" fmla="*/ 1159634 w 1920177"/>
                <a:gd name="connsiteY13" fmla="*/ 1270503 h 1274796"/>
                <a:gd name="connsiteX14" fmla="*/ 1272163 w 1920177"/>
                <a:gd name="connsiteY14" fmla="*/ 1270503 h 1274796"/>
                <a:gd name="connsiteX15" fmla="*/ 1408076 w 1920177"/>
                <a:gd name="connsiteY15" fmla="*/ 1214239 h 1274796"/>
                <a:gd name="connsiteX16" fmla="*/ 1738844 w 1920177"/>
                <a:gd name="connsiteY16" fmla="*/ 964579 h 1274796"/>
                <a:gd name="connsiteX17" fmla="*/ 1807775 w 1920177"/>
                <a:gd name="connsiteY17" fmla="*/ 927069 h 1274796"/>
                <a:gd name="connsiteX18" fmla="*/ 1784879 w 1920177"/>
                <a:gd name="connsiteY18" fmla="*/ 918301 h 1274796"/>
                <a:gd name="connsiteX19" fmla="*/ 1836029 w 1920177"/>
                <a:gd name="connsiteY19" fmla="*/ 859600 h 1274796"/>
                <a:gd name="connsiteX20" fmla="*/ 1910805 w 1920177"/>
                <a:gd name="connsiteY20" fmla="*/ 735136 h 1274796"/>
                <a:gd name="connsiteX21" fmla="*/ 1895460 w 1920177"/>
                <a:gd name="connsiteY21" fmla="*/ 616030 h 1274796"/>
                <a:gd name="connsiteX0" fmla="*/ 1895460 w 1920177"/>
                <a:gd name="connsiteY0" fmla="*/ 616030 h 1274796"/>
                <a:gd name="connsiteX1" fmla="*/ 1829939 w 1920177"/>
                <a:gd name="connsiteY1" fmla="*/ 539306 h 1274796"/>
                <a:gd name="connsiteX2" fmla="*/ 1633135 w 1920177"/>
                <a:gd name="connsiteY2" fmla="*/ 367101 h 1274796"/>
                <a:gd name="connsiteX3" fmla="*/ 1431946 w 1920177"/>
                <a:gd name="connsiteY3" fmla="*/ 220229 h 1274796"/>
                <a:gd name="connsiteX4" fmla="*/ 1122124 w 1920177"/>
                <a:gd name="connsiteY4" fmla="*/ 73112 h 1274796"/>
                <a:gd name="connsiteX5" fmla="*/ 816931 w 1920177"/>
                <a:gd name="connsiteY5" fmla="*/ 2964 h 1274796"/>
                <a:gd name="connsiteX6" fmla="*/ 573360 w 1920177"/>
                <a:gd name="connsiteY6" fmla="*/ 15630 h 1274796"/>
                <a:gd name="connsiteX7" fmla="*/ 289114 w 1920177"/>
                <a:gd name="connsiteY7" fmla="*/ 113058 h 1274796"/>
                <a:gd name="connsiteX8" fmla="*/ 102052 w 1920177"/>
                <a:gd name="connsiteY8" fmla="*/ 262123 h 1274796"/>
                <a:gd name="connsiteX9" fmla="*/ 56991 w 1920177"/>
                <a:gd name="connsiteY9" fmla="*/ 711266 h 1274796"/>
                <a:gd name="connsiteX10" fmla="*/ 258180 w 1920177"/>
                <a:gd name="connsiteY10" fmla="*/ 899302 h 1274796"/>
                <a:gd name="connsiteX11" fmla="*/ 549977 w 1920177"/>
                <a:gd name="connsiteY11" fmla="*/ 1050316 h 1274796"/>
                <a:gd name="connsiteX12" fmla="*/ 879772 w 1920177"/>
                <a:gd name="connsiteY12" fmla="*/ 1181844 h 1274796"/>
                <a:gd name="connsiteX13" fmla="*/ 1159634 w 1920177"/>
                <a:gd name="connsiteY13" fmla="*/ 1270503 h 1274796"/>
                <a:gd name="connsiteX14" fmla="*/ 1272163 w 1920177"/>
                <a:gd name="connsiteY14" fmla="*/ 1270503 h 1274796"/>
                <a:gd name="connsiteX15" fmla="*/ 1408076 w 1920177"/>
                <a:gd name="connsiteY15" fmla="*/ 1214239 h 1274796"/>
                <a:gd name="connsiteX16" fmla="*/ 1738844 w 1920177"/>
                <a:gd name="connsiteY16" fmla="*/ 964579 h 1274796"/>
                <a:gd name="connsiteX17" fmla="*/ 1784879 w 1920177"/>
                <a:gd name="connsiteY17" fmla="*/ 918301 h 1274796"/>
                <a:gd name="connsiteX18" fmla="*/ 1836029 w 1920177"/>
                <a:gd name="connsiteY18" fmla="*/ 859600 h 1274796"/>
                <a:gd name="connsiteX19" fmla="*/ 1910805 w 1920177"/>
                <a:gd name="connsiteY19" fmla="*/ 735136 h 1274796"/>
                <a:gd name="connsiteX20" fmla="*/ 1895460 w 1920177"/>
                <a:gd name="connsiteY20" fmla="*/ 616030 h 1274796"/>
                <a:gd name="connsiteX0" fmla="*/ 1895460 w 1920177"/>
                <a:gd name="connsiteY0" fmla="*/ 616030 h 1274796"/>
                <a:gd name="connsiteX1" fmla="*/ 1829939 w 1920177"/>
                <a:gd name="connsiteY1" fmla="*/ 539306 h 1274796"/>
                <a:gd name="connsiteX2" fmla="*/ 1633135 w 1920177"/>
                <a:gd name="connsiteY2" fmla="*/ 367101 h 1274796"/>
                <a:gd name="connsiteX3" fmla="*/ 1431946 w 1920177"/>
                <a:gd name="connsiteY3" fmla="*/ 220229 h 1274796"/>
                <a:gd name="connsiteX4" fmla="*/ 1122124 w 1920177"/>
                <a:gd name="connsiteY4" fmla="*/ 73112 h 1274796"/>
                <a:gd name="connsiteX5" fmla="*/ 816931 w 1920177"/>
                <a:gd name="connsiteY5" fmla="*/ 2964 h 1274796"/>
                <a:gd name="connsiteX6" fmla="*/ 573360 w 1920177"/>
                <a:gd name="connsiteY6" fmla="*/ 15630 h 1274796"/>
                <a:gd name="connsiteX7" fmla="*/ 289114 w 1920177"/>
                <a:gd name="connsiteY7" fmla="*/ 113058 h 1274796"/>
                <a:gd name="connsiteX8" fmla="*/ 102052 w 1920177"/>
                <a:gd name="connsiteY8" fmla="*/ 262123 h 1274796"/>
                <a:gd name="connsiteX9" fmla="*/ 56991 w 1920177"/>
                <a:gd name="connsiteY9" fmla="*/ 711266 h 1274796"/>
                <a:gd name="connsiteX10" fmla="*/ 258180 w 1920177"/>
                <a:gd name="connsiteY10" fmla="*/ 899302 h 1274796"/>
                <a:gd name="connsiteX11" fmla="*/ 549977 w 1920177"/>
                <a:gd name="connsiteY11" fmla="*/ 1050316 h 1274796"/>
                <a:gd name="connsiteX12" fmla="*/ 879772 w 1920177"/>
                <a:gd name="connsiteY12" fmla="*/ 1181844 h 1274796"/>
                <a:gd name="connsiteX13" fmla="*/ 1159634 w 1920177"/>
                <a:gd name="connsiteY13" fmla="*/ 1270503 h 1274796"/>
                <a:gd name="connsiteX14" fmla="*/ 1272163 w 1920177"/>
                <a:gd name="connsiteY14" fmla="*/ 1270503 h 1274796"/>
                <a:gd name="connsiteX15" fmla="*/ 1408076 w 1920177"/>
                <a:gd name="connsiteY15" fmla="*/ 1214239 h 1274796"/>
                <a:gd name="connsiteX16" fmla="*/ 1738844 w 1920177"/>
                <a:gd name="connsiteY16" fmla="*/ 964579 h 1274796"/>
                <a:gd name="connsiteX17" fmla="*/ 1836029 w 1920177"/>
                <a:gd name="connsiteY17" fmla="*/ 859600 h 1274796"/>
                <a:gd name="connsiteX18" fmla="*/ 1910805 w 1920177"/>
                <a:gd name="connsiteY18" fmla="*/ 735136 h 1274796"/>
                <a:gd name="connsiteX19" fmla="*/ 1895460 w 1920177"/>
                <a:gd name="connsiteY19" fmla="*/ 616030 h 1274796"/>
                <a:gd name="connsiteX0" fmla="*/ 1895460 w 1920177"/>
                <a:gd name="connsiteY0" fmla="*/ 616030 h 1274796"/>
                <a:gd name="connsiteX1" fmla="*/ 1829939 w 1920177"/>
                <a:gd name="connsiteY1" fmla="*/ 539306 h 1274796"/>
                <a:gd name="connsiteX2" fmla="*/ 1633135 w 1920177"/>
                <a:gd name="connsiteY2" fmla="*/ 367101 h 1274796"/>
                <a:gd name="connsiteX3" fmla="*/ 1431946 w 1920177"/>
                <a:gd name="connsiteY3" fmla="*/ 220229 h 1274796"/>
                <a:gd name="connsiteX4" fmla="*/ 1122124 w 1920177"/>
                <a:gd name="connsiteY4" fmla="*/ 73112 h 1274796"/>
                <a:gd name="connsiteX5" fmla="*/ 816931 w 1920177"/>
                <a:gd name="connsiteY5" fmla="*/ 2964 h 1274796"/>
                <a:gd name="connsiteX6" fmla="*/ 573360 w 1920177"/>
                <a:gd name="connsiteY6" fmla="*/ 15630 h 1274796"/>
                <a:gd name="connsiteX7" fmla="*/ 289114 w 1920177"/>
                <a:gd name="connsiteY7" fmla="*/ 113058 h 1274796"/>
                <a:gd name="connsiteX8" fmla="*/ 102052 w 1920177"/>
                <a:gd name="connsiteY8" fmla="*/ 262123 h 1274796"/>
                <a:gd name="connsiteX9" fmla="*/ 56991 w 1920177"/>
                <a:gd name="connsiteY9" fmla="*/ 711266 h 1274796"/>
                <a:gd name="connsiteX10" fmla="*/ 258180 w 1920177"/>
                <a:gd name="connsiteY10" fmla="*/ 899302 h 1274796"/>
                <a:gd name="connsiteX11" fmla="*/ 549977 w 1920177"/>
                <a:gd name="connsiteY11" fmla="*/ 1050316 h 1274796"/>
                <a:gd name="connsiteX12" fmla="*/ 879772 w 1920177"/>
                <a:gd name="connsiteY12" fmla="*/ 1181844 h 1274796"/>
                <a:gd name="connsiteX13" fmla="*/ 1159634 w 1920177"/>
                <a:gd name="connsiteY13" fmla="*/ 1270503 h 1274796"/>
                <a:gd name="connsiteX14" fmla="*/ 1272163 w 1920177"/>
                <a:gd name="connsiteY14" fmla="*/ 1270503 h 1274796"/>
                <a:gd name="connsiteX15" fmla="*/ 1408076 w 1920177"/>
                <a:gd name="connsiteY15" fmla="*/ 1214239 h 1274796"/>
                <a:gd name="connsiteX16" fmla="*/ 1738844 w 1920177"/>
                <a:gd name="connsiteY16" fmla="*/ 964579 h 1274796"/>
                <a:gd name="connsiteX17" fmla="*/ 1836029 w 1920177"/>
                <a:gd name="connsiteY17" fmla="*/ 859600 h 1274796"/>
                <a:gd name="connsiteX18" fmla="*/ 1910805 w 1920177"/>
                <a:gd name="connsiteY18" fmla="*/ 735136 h 1274796"/>
                <a:gd name="connsiteX19" fmla="*/ 1895460 w 1920177"/>
                <a:gd name="connsiteY19" fmla="*/ 616030 h 1274796"/>
                <a:gd name="connsiteX0" fmla="*/ 1895460 w 1920177"/>
                <a:gd name="connsiteY0" fmla="*/ 616030 h 1276419"/>
                <a:gd name="connsiteX1" fmla="*/ 1829939 w 1920177"/>
                <a:gd name="connsiteY1" fmla="*/ 539306 h 1276419"/>
                <a:gd name="connsiteX2" fmla="*/ 1633135 w 1920177"/>
                <a:gd name="connsiteY2" fmla="*/ 367101 h 1276419"/>
                <a:gd name="connsiteX3" fmla="*/ 1431946 w 1920177"/>
                <a:gd name="connsiteY3" fmla="*/ 220229 h 1276419"/>
                <a:gd name="connsiteX4" fmla="*/ 1122124 w 1920177"/>
                <a:gd name="connsiteY4" fmla="*/ 73112 h 1276419"/>
                <a:gd name="connsiteX5" fmla="*/ 816931 w 1920177"/>
                <a:gd name="connsiteY5" fmla="*/ 2964 h 1276419"/>
                <a:gd name="connsiteX6" fmla="*/ 573360 w 1920177"/>
                <a:gd name="connsiteY6" fmla="*/ 15630 h 1276419"/>
                <a:gd name="connsiteX7" fmla="*/ 289114 w 1920177"/>
                <a:gd name="connsiteY7" fmla="*/ 113058 h 1276419"/>
                <a:gd name="connsiteX8" fmla="*/ 102052 w 1920177"/>
                <a:gd name="connsiteY8" fmla="*/ 262123 h 1276419"/>
                <a:gd name="connsiteX9" fmla="*/ 56991 w 1920177"/>
                <a:gd name="connsiteY9" fmla="*/ 711266 h 1276419"/>
                <a:gd name="connsiteX10" fmla="*/ 258180 w 1920177"/>
                <a:gd name="connsiteY10" fmla="*/ 899302 h 1276419"/>
                <a:gd name="connsiteX11" fmla="*/ 549977 w 1920177"/>
                <a:gd name="connsiteY11" fmla="*/ 1050316 h 1276419"/>
                <a:gd name="connsiteX12" fmla="*/ 879772 w 1920177"/>
                <a:gd name="connsiteY12" fmla="*/ 1181844 h 1276419"/>
                <a:gd name="connsiteX13" fmla="*/ 1159634 w 1920177"/>
                <a:gd name="connsiteY13" fmla="*/ 1270503 h 1276419"/>
                <a:gd name="connsiteX14" fmla="*/ 1272163 w 1920177"/>
                <a:gd name="connsiteY14" fmla="*/ 1270503 h 1276419"/>
                <a:gd name="connsiteX15" fmla="*/ 1414234 w 1920177"/>
                <a:gd name="connsiteY15" fmla="*/ 1211160 h 1276419"/>
                <a:gd name="connsiteX16" fmla="*/ 1738844 w 1920177"/>
                <a:gd name="connsiteY16" fmla="*/ 964579 h 1276419"/>
                <a:gd name="connsiteX17" fmla="*/ 1836029 w 1920177"/>
                <a:gd name="connsiteY17" fmla="*/ 859600 h 1276419"/>
                <a:gd name="connsiteX18" fmla="*/ 1910805 w 1920177"/>
                <a:gd name="connsiteY18" fmla="*/ 735136 h 1276419"/>
                <a:gd name="connsiteX19" fmla="*/ 1895460 w 1920177"/>
                <a:gd name="connsiteY19" fmla="*/ 616030 h 1276419"/>
                <a:gd name="connsiteX0" fmla="*/ 1895460 w 1920177"/>
                <a:gd name="connsiteY0" fmla="*/ 616030 h 1275785"/>
                <a:gd name="connsiteX1" fmla="*/ 1829939 w 1920177"/>
                <a:gd name="connsiteY1" fmla="*/ 539306 h 1275785"/>
                <a:gd name="connsiteX2" fmla="*/ 1633135 w 1920177"/>
                <a:gd name="connsiteY2" fmla="*/ 367101 h 1275785"/>
                <a:gd name="connsiteX3" fmla="*/ 1431946 w 1920177"/>
                <a:gd name="connsiteY3" fmla="*/ 220229 h 1275785"/>
                <a:gd name="connsiteX4" fmla="*/ 1122124 w 1920177"/>
                <a:gd name="connsiteY4" fmla="*/ 73112 h 1275785"/>
                <a:gd name="connsiteX5" fmla="*/ 816931 w 1920177"/>
                <a:gd name="connsiteY5" fmla="*/ 2964 h 1275785"/>
                <a:gd name="connsiteX6" fmla="*/ 573360 w 1920177"/>
                <a:gd name="connsiteY6" fmla="*/ 15630 h 1275785"/>
                <a:gd name="connsiteX7" fmla="*/ 289114 w 1920177"/>
                <a:gd name="connsiteY7" fmla="*/ 113058 h 1275785"/>
                <a:gd name="connsiteX8" fmla="*/ 102052 w 1920177"/>
                <a:gd name="connsiteY8" fmla="*/ 262123 h 1275785"/>
                <a:gd name="connsiteX9" fmla="*/ 56991 w 1920177"/>
                <a:gd name="connsiteY9" fmla="*/ 711266 h 1275785"/>
                <a:gd name="connsiteX10" fmla="*/ 258180 w 1920177"/>
                <a:gd name="connsiteY10" fmla="*/ 899302 h 1275785"/>
                <a:gd name="connsiteX11" fmla="*/ 549977 w 1920177"/>
                <a:gd name="connsiteY11" fmla="*/ 1050316 h 1275785"/>
                <a:gd name="connsiteX12" fmla="*/ 879772 w 1920177"/>
                <a:gd name="connsiteY12" fmla="*/ 1181844 h 1275785"/>
                <a:gd name="connsiteX13" fmla="*/ 1159634 w 1920177"/>
                <a:gd name="connsiteY13" fmla="*/ 1270503 h 1275785"/>
                <a:gd name="connsiteX14" fmla="*/ 1272163 w 1920177"/>
                <a:gd name="connsiteY14" fmla="*/ 1270503 h 1275785"/>
                <a:gd name="connsiteX15" fmla="*/ 1420392 w 1920177"/>
                <a:gd name="connsiteY15" fmla="*/ 1220396 h 1275785"/>
                <a:gd name="connsiteX16" fmla="*/ 1738844 w 1920177"/>
                <a:gd name="connsiteY16" fmla="*/ 964579 h 1275785"/>
                <a:gd name="connsiteX17" fmla="*/ 1836029 w 1920177"/>
                <a:gd name="connsiteY17" fmla="*/ 859600 h 1275785"/>
                <a:gd name="connsiteX18" fmla="*/ 1910805 w 1920177"/>
                <a:gd name="connsiteY18" fmla="*/ 735136 h 1275785"/>
                <a:gd name="connsiteX19" fmla="*/ 1895460 w 1920177"/>
                <a:gd name="connsiteY19" fmla="*/ 616030 h 1275785"/>
                <a:gd name="connsiteX0" fmla="*/ 1895460 w 1920177"/>
                <a:gd name="connsiteY0" fmla="*/ 616030 h 1275995"/>
                <a:gd name="connsiteX1" fmla="*/ 1829939 w 1920177"/>
                <a:gd name="connsiteY1" fmla="*/ 539306 h 1275995"/>
                <a:gd name="connsiteX2" fmla="*/ 1633135 w 1920177"/>
                <a:gd name="connsiteY2" fmla="*/ 367101 h 1275995"/>
                <a:gd name="connsiteX3" fmla="*/ 1431946 w 1920177"/>
                <a:gd name="connsiteY3" fmla="*/ 220229 h 1275995"/>
                <a:gd name="connsiteX4" fmla="*/ 1122124 w 1920177"/>
                <a:gd name="connsiteY4" fmla="*/ 73112 h 1275995"/>
                <a:gd name="connsiteX5" fmla="*/ 816931 w 1920177"/>
                <a:gd name="connsiteY5" fmla="*/ 2964 h 1275995"/>
                <a:gd name="connsiteX6" fmla="*/ 573360 w 1920177"/>
                <a:gd name="connsiteY6" fmla="*/ 15630 h 1275995"/>
                <a:gd name="connsiteX7" fmla="*/ 289114 w 1920177"/>
                <a:gd name="connsiteY7" fmla="*/ 113058 h 1275995"/>
                <a:gd name="connsiteX8" fmla="*/ 102052 w 1920177"/>
                <a:gd name="connsiteY8" fmla="*/ 262123 h 1275995"/>
                <a:gd name="connsiteX9" fmla="*/ 56991 w 1920177"/>
                <a:gd name="connsiteY9" fmla="*/ 711266 h 1275995"/>
                <a:gd name="connsiteX10" fmla="*/ 258180 w 1920177"/>
                <a:gd name="connsiteY10" fmla="*/ 899302 h 1275995"/>
                <a:gd name="connsiteX11" fmla="*/ 549977 w 1920177"/>
                <a:gd name="connsiteY11" fmla="*/ 1050316 h 1275995"/>
                <a:gd name="connsiteX12" fmla="*/ 879772 w 1920177"/>
                <a:gd name="connsiteY12" fmla="*/ 1181844 h 1275995"/>
                <a:gd name="connsiteX13" fmla="*/ 1159634 w 1920177"/>
                <a:gd name="connsiteY13" fmla="*/ 1270503 h 1275995"/>
                <a:gd name="connsiteX14" fmla="*/ 1272163 w 1920177"/>
                <a:gd name="connsiteY14" fmla="*/ 1270503 h 1275995"/>
                <a:gd name="connsiteX15" fmla="*/ 1417313 w 1920177"/>
                <a:gd name="connsiteY15" fmla="*/ 1217317 h 1275995"/>
                <a:gd name="connsiteX16" fmla="*/ 1738844 w 1920177"/>
                <a:gd name="connsiteY16" fmla="*/ 964579 h 1275995"/>
                <a:gd name="connsiteX17" fmla="*/ 1836029 w 1920177"/>
                <a:gd name="connsiteY17" fmla="*/ 859600 h 1275995"/>
                <a:gd name="connsiteX18" fmla="*/ 1910805 w 1920177"/>
                <a:gd name="connsiteY18" fmla="*/ 735136 h 1275995"/>
                <a:gd name="connsiteX19" fmla="*/ 1895460 w 1920177"/>
                <a:gd name="connsiteY19" fmla="*/ 616030 h 1275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920177" h="1275995">
                  <a:moveTo>
                    <a:pt x="1895460" y="616030"/>
                  </a:moveTo>
                  <a:cubicBezTo>
                    <a:pt x="1875244" y="588994"/>
                    <a:pt x="1853809" y="563175"/>
                    <a:pt x="1829939" y="539306"/>
                  </a:cubicBezTo>
                  <a:cubicBezTo>
                    <a:pt x="1768560" y="476952"/>
                    <a:pt x="1701822" y="420930"/>
                    <a:pt x="1633135" y="367101"/>
                  </a:cubicBezTo>
                  <a:cubicBezTo>
                    <a:pt x="1567614" y="315952"/>
                    <a:pt x="1502094" y="264558"/>
                    <a:pt x="1431946" y="220229"/>
                  </a:cubicBezTo>
                  <a:cubicBezTo>
                    <a:pt x="1334518" y="158605"/>
                    <a:pt x="1230513" y="111353"/>
                    <a:pt x="1122124" y="73112"/>
                  </a:cubicBezTo>
                  <a:cubicBezTo>
                    <a:pt x="1022991" y="38038"/>
                    <a:pt x="921909" y="12220"/>
                    <a:pt x="816931" y="2964"/>
                  </a:cubicBezTo>
                  <a:cubicBezTo>
                    <a:pt x="735334" y="-4100"/>
                    <a:pt x="653982" y="1990"/>
                    <a:pt x="573360" y="15630"/>
                  </a:cubicBezTo>
                  <a:cubicBezTo>
                    <a:pt x="473496" y="32680"/>
                    <a:pt x="378017" y="63369"/>
                    <a:pt x="289114" y="113058"/>
                  </a:cubicBezTo>
                  <a:cubicBezTo>
                    <a:pt x="218478" y="152516"/>
                    <a:pt x="153201" y="198551"/>
                    <a:pt x="102052" y="262123"/>
                  </a:cubicBezTo>
                  <a:cubicBezTo>
                    <a:pt x="-4389" y="394381"/>
                    <a:pt x="-40681" y="562932"/>
                    <a:pt x="56991" y="711266"/>
                  </a:cubicBezTo>
                  <a:cubicBezTo>
                    <a:pt x="108872" y="789939"/>
                    <a:pt x="180238" y="848396"/>
                    <a:pt x="258180" y="899302"/>
                  </a:cubicBezTo>
                  <a:cubicBezTo>
                    <a:pt x="350250" y="959464"/>
                    <a:pt x="448896" y="1007204"/>
                    <a:pt x="549977" y="1050316"/>
                  </a:cubicBezTo>
                  <a:cubicBezTo>
                    <a:pt x="658853" y="1096594"/>
                    <a:pt x="769921" y="1137758"/>
                    <a:pt x="879772" y="1181844"/>
                  </a:cubicBezTo>
                  <a:cubicBezTo>
                    <a:pt x="970867" y="1218379"/>
                    <a:pt x="1061719" y="1255645"/>
                    <a:pt x="1159634" y="1270503"/>
                  </a:cubicBezTo>
                  <a:cubicBezTo>
                    <a:pt x="1197144" y="1276105"/>
                    <a:pt x="1229217" y="1279367"/>
                    <a:pt x="1272163" y="1270503"/>
                  </a:cubicBezTo>
                  <a:cubicBezTo>
                    <a:pt x="1315109" y="1261639"/>
                    <a:pt x="1374444" y="1241674"/>
                    <a:pt x="1417313" y="1217317"/>
                  </a:cubicBezTo>
                  <a:cubicBezTo>
                    <a:pt x="1538367" y="1148630"/>
                    <a:pt x="1669058" y="1024199"/>
                    <a:pt x="1738844" y="964579"/>
                  </a:cubicBezTo>
                  <a:cubicBezTo>
                    <a:pt x="1808630" y="904960"/>
                    <a:pt x="1807369" y="897840"/>
                    <a:pt x="1836029" y="859600"/>
                  </a:cubicBezTo>
                  <a:cubicBezTo>
                    <a:pt x="1865988" y="821116"/>
                    <a:pt x="1893268" y="781414"/>
                    <a:pt x="1910805" y="735136"/>
                  </a:cubicBezTo>
                  <a:cubicBezTo>
                    <a:pt x="1926637" y="692268"/>
                    <a:pt x="1922983" y="653053"/>
                    <a:pt x="1895460" y="61603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A57D414-A2DA-4513-A9AD-BF93E29BA07F}"/>
                </a:ext>
              </a:extLst>
            </p:cNvPr>
            <p:cNvSpPr/>
            <p:nvPr/>
          </p:nvSpPr>
          <p:spPr>
            <a:xfrm>
              <a:off x="388529" y="5703379"/>
              <a:ext cx="1373967" cy="810074"/>
            </a:xfrm>
            <a:custGeom>
              <a:avLst/>
              <a:gdLst>
                <a:gd name="connsiteX0" fmla="*/ 1373526 w 1373967"/>
                <a:gd name="connsiteY0" fmla="*/ 753142 h 810074"/>
                <a:gd name="connsiteX1" fmla="*/ 1205950 w 1373967"/>
                <a:gd name="connsiteY1" fmla="*/ 809894 h 810074"/>
                <a:gd name="connsiteX2" fmla="*/ 1036425 w 1373967"/>
                <a:gd name="connsiteY2" fmla="*/ 784319 h 810074"/>
                <a:gd name="connsiteX3" fmla="*/ 640623 w 1373967"/>
                <a:gd name="connsiteY3" fmla="*/ 639395 h 810074"/>
                <a:gd name="connsiteX4" fmla="*/ 279896 w 1373967"/>
                <a:gd name="connsiteY4" fmla="*/ 474741 h 810074"/>
                <a:gd name="connsiteX5" fmla="*/ 44119 w 1373967"/>
                <a:gd name="connsiteY5" fmla="*/ 277449 h 810074"/>
                <a:gd name="connsiteX6" fmla="*/ 33 w 1373967"/>
                <a:gd name="connsiteY6" fmla="*/ 87465 h 810074"/>
                <a:gd name="connsiteX7" fmla="*/ 66041 w 1373967"/>
                <a:gd name="connsiteY7" fmla="*/ 10740 h 810074"/>
                <a:gd name="connsiteX8" fmla="*/ 368068 w 1373967"/>
                <a:gd name="connsiteY8" fmla="*/ 85516 h 810074"/>
                <a:gd name="connsiteX9" fmla="*/ 587038 w 1373967"/>
                <a:gd name="connsiteY9" fmla="*/ 267707 h 810074"/>
                <a:gd name="connsiteX10" fmla="*/ 935100 w 1373967"/>
                <a:gd name="connsiteY10" fmla="*/ 548056 h 810074"/>
                <a:gd name="connsiteX11" fmla="*/ 1215693 w 1373967"/>
                <a:gd name="connsiteY11" fmla="*/ 704672 h 810074"/>
                <a:gd name="connsiteX12" fmla="*/ 1373526 w 1373967"/>
                <a:gd name="connsiteY12" fmla="*/ 753142 h 810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3967" h="810074">
                  <a:moveTo>
                    <a:pt x="1373526" y="753142"/>
                  </a:moveTo>
                  <a:cubicBezTo>
                    <a:pt x="1382051" y="766295"/>
                    <a:pt x="1264894" y="805997"/>
                    <a:pt x="1205950" y="809894"/>
                  </a:cubicBezTo>
                  <a:cubicBezTo>
                    <a:pt x="1156992" y="811843"/>
                    <a:pt x="1086600" y="797715"/>
                    <a:pt x="1036425" y="784319"/>
                  </a:cubicBezTo>
                  <a:cubicBezTo>
                    <a:pt x="976507" y="768487"/>
                    <a:pt x="728065" y="674956"/>
                    <a:pt x="640623" y="639395"/>
                  </a:cubicBezTo>
                  <a:cubicBezTo>
                    <a:pt x="561463" y="606269"/>
                    <a:pt x="375132" y="539531"/>
                    <a:pt x="279896" y="474741"/>
                  </a:cubicBezTo>
                  <a:cubicBezTo>
                    <a:pt x="192941" y="420425"/>
                    <a:pt x="82847" y="336150"/>
                    <a:pt x="44119" y="277449"/>
                  </a:cubicBezTo>
                  <a:cubicBezTo>
                    <a:pt x="10507" y="218506"/>
                    <a:pt x="-697" y="176368"/>
                    <a:pt x="33" y="87465"/>
                  </a:cubicBezTo>
                  <a:cubicBezTo>
                    <a:pt x="5148" y="47519"/>
                    <a:pt x="30480" y="24624"/>
                    <a:pt x="66041" y="10740"/>
                  </a:cubicBezTo>
                  <a:cubicBezTo>
                    <a:pt x="126446" y="-13130"/>
                    <a:pt x="242142" y="-951"/>
                    <a:pt x="368068" y="85516"/>
                  </a:cubicBezTo>
                  <a:cubicBezTo>
                    <a:pt x="428717" y="134961"/>
                    <a:pt x="500083" y="190982"/>
                    <a:pt x="587038" y="267707"/>
                  </a:cubicBezTo>
                  <a:cubicBezTo>
                    <a:pt x="730988" y="386082"/>
                    <a:pt x="911717" y="531493"/>
                    <a:pt x="935100" y="548056"/>
                  </a:cubicBezTo>
                  <a:cubicBezTo>
                    <a:pt x="1020593" y="608218"/>
                    <a:pt x="1117777" y="665700"/>
                    <a:pt x="1215693" y="704672"/>
                  </a:cubicBezTo>
                  <a:cubicBezTo>
                    <a:pt x="1313852" y="755334"/>
                    <a:pt x="1357694" y="735849"/>
                    <a:pt x="1373526" y="75314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6282820-0A50-4868-AF3E-D7A6B04B4B56}"/>
                </a:ext>
              </a:extLst>
            </p:cNvPr>
            <p:cNvSpPr/>
            <p:nvPr/>
          </p:nvSpPr>
          <p:spPr>
            <a:xfrm>
              <a:off x="419739" y="5303974"/>
              <a:ext cx="1825422" cy="1109932"/>
            </a:xfrm>
            <a:custGeom>
              <a:avLst/>
              <a:gdLst>
                <a:gd name="connsiteX0" fmla="*/ 1831405 w 1831613"/>
                <a:gd name="connsiteY0" fmla="*/ 677342 h 1104823"/>
                <a:gd name="connsiteX1" fmla="*/ 1831162 w 1831613"/>
                <a:gd name="connsiteY1" fmla="*/ 653716 h 1104823"/>
                <a:gd name="connsiteX2" fmla="*/ 1824098 w 1831613"/>
                <a:gd name="connsiteY2" fmla="*/ 635692 h 1104823"/>
                <a:gd name="connsiteX3" fmla="*/ 1747617 w 1831613"/>
                <a:gd name="connsiteY3" fmla="*/ 538507 h 1104823"/>
                <a:gd name="connsiteX4" fmla="*/ 1524994 w 1831613"/>
                <a:gd name="connsiteY4" fmla="*/ 346087 h 1104823"/>
                <a:gd name="connsiteX5" fmla="*/ 1378121 w 1831613"/>
                <a:gd name="connsiteY5" fmla="*/ 237942 h 1104823"/>
                <a:gd name="connsiteX6" fmla="*/ 945053 w 1831613"/>
                <a:gd name="connsiteY6" fmla="*/ 43086 h 1104823"/>
                <a:gd name="connsiteX7" fmla="*/ 720481 w 1831613"/>
                <a:gd name="connsiteY7" fmla="*/ 3384 h 1104823"/>
                <a:gd name="connsiteX8" fmla="*/ 583594 w 1831613"/>
                <a:gd name="connsiteY8" fmla="*/ 5576 h 1104823"/>
                <a:gd name="connsiteX9" fmla="*/ 245519 w 1831613"/>
                <a:gd name="connsiteY9" fmla="*/ 96428 h 1104823"/>
                <a:gd name="connsiteX10" fmla="*/ 26549 w 1831613"/>
                <a:gd name="connsiteY10" fmla="*/ 262786 h 1104823"/>
                <a:gd name="connsiteX11" fmla="*/ 0 w 1831613"/>
                <a:gd name="connsiteY11" fmla="*/ 301757 h 1104823"/>
                <a:gd name="connsiteX12" fmla="*/ 104492 w 1831613"/>
                <a:gd name="connsiteY12" fmla="*/ 282759 h 1104823"/>
                <a:gd name="connsiteX13" fmla="*/ 252826 w 1831613"/>
                <a:gd name="connsiteY13" fmla="*/ 318807 h 1104823"/>
                <a:gd name="connsiteX14" fmla="*/ 388982 w 1831613"/>
                <a:gd name="connsiteY14" fmla="*/ 386276 h 1104823"/>
                <a:gd name="connsiteX15" fmla="*/ 549738 w 1831613"/>
                <a:gd name="connsiteY15" fmla="*/ 495639 h 1104823"/>
                <a:gd name="connsiteX16" fmla="*/ 739236 w 1831613"/>
                <a:gd name="connsiteY16" fmla="*/ 655421 h 1104823"/>
                <a:gd name="connsiteX17" fmla="*/ 739236 w 1831613"/>
                <a:gd name="connsiteY17" fmla="*/ 655421 h 1104823"/>
                <a:gd name="connsiteX18" fmla="*/ 968192 w 1831613"/>
                <a:gd name="connsiteY18" fmla="*/ 833471 h 1104823"/>
                <a:gd name="connsiteX19" fmla="*/ 968192 w 1831613"/>
                <a:gd name="connsiteY19" fmla="*/ 833471 h 1104823"/>
                <a:gd name="connsiteX20" fmla="*/ 1216390 w 1831613"/>
                <a:gd name="connsiteY20" fmla="*/ 1002996 h 1104823"/>
                <a:gd name="connsiteX21" fmla="*/ 1343047 w 1831613"/>
                <a:gd name="connsiteY21" fmla="*/ 1085810 h 1104823"/>
                <a:gd name="connsiteX22" fmla="*/ 1386646 w 1831613"/>
                <a:gd name="connsiteY22" fmla="*/ 1104808 h 1104823"/>
                <a:gd name="connsiteX23" fmla="*/ 1441449 w 1831613"/>
                <a:gd name="connsiteY23" fmla="*/ 1076310 h 1104823"/>
                <a:gd name="connsiteX24" fmla="*/ 1791460 w 1831613"/>
                <a:gd name="connsiteY24" fmla="*/ 766733 h 1104823"/>
                <a:gd name="connsiteX25" fmla="*/ 1831405 w 1831613"/>
                <a:gd name="connsiteY25" fmla="*/ 677342 h 1104823"/>
                <a:gd name="connsiteX26" fmla="*/ 840318 w 1831613"/>
                <a:gd name="connsiteY26" fmla="*/ 736286 h 1104823"/>
                <a:gd name="connsiteX27" fmla="*/ 841779 w 1831613"/>
                <a:gd name="connsiteY27" fmla="*/ 738235 h 1104823"/>
                <a:gd name="connsiteX28" fmla="*/ 840318 w 1831613"/>
                <a:gd name="connsiteY28" fmla="*/ 736286 h 1104823"/>
                <a:gd name="connsiteX29" fmla="*/ 1254631 w 1831613"/>
                <a:gd name="connsiteY29" fmla="*/ 1026135 h 1104823"/>
                <a:gd name="connsiteX30" fmla="*/ 1254631 w 1831613"/>
                <a:gd name="connsiteY30" fmla="*/ 1026135 h 1104823"/>
                <a:gd name="connsiteX31" fmla="*/ 1256092 w 1831613"/>
                <a:gd name="connsiteY31" fmla="*/ 1028083 h 1104823"/>
                <a:gd name="connsiteX32" fmla="*/ 1254631 w 1831613"/>
                <a:gd name="connsiteY32" fmla="*/ 1026135 h 1104823"/>
                <a:gd name="connsiteX0" fmla="*/ 1791460 w 1833764"/>
                <a:gd name="connsiteY0" fmla="*/ 766733 h 1104823"/>
                <a:gd name="connsiteX1" fmla="*/ 1831162 w 1833764"/>
                <a:gd name="connsiteY1" fmla="*/ 653716 h 1104823"/>
                <a:gd name="connsiteX2" fmla="*/ 1824098 w 1833764"/>
                <a:gd name="connsiteY2" fmla="*/ 635692 h 1104823"/>
                <a:gd name="connsiteX3" fmla="*/ 1747617 w 1833764"/>
                <a:gd name="connsiteY3" fmla="*/ 538507 h 1104823"/>
                <a:gd name="connsiteX4" fmla="*/ 1524994 w 1833764"/>
                <a:gd name="connsiteY4" fmla="*/ 346087 h 1104823"/>
                <a:gd name="connsiteX5" fmla="*/ 1378121 w 1833764"/>
                <a:gd name="connsiteY5" fmla="*/ 237942 h 1104823"/>
                <a:gd name="connsiteX6" fmla="*/ 945053 w 1833764"/>
                <a:gd name="connsiteY6" fmla="*/ 43086 h 1104823"/>
                <a:gd name="connsiteX7" fmla="*/ 720481 w 1833764"/>
                <a:gd name="connsiteY7" fmla="*/ 3384 h 1104823"/>
                <a:gd name="connsiteX8" fmla="*/ 583594 w 1833764"/>
                <a:gd name="connsiteY8" fmla="*/ 5576 h 1104823"/>
                <a:gd name="connsiteX9" fmla="*/ 245519 w 1833764"/>
                <a:gd name="connsiteY9" fmla="*/ 96428 h 1104823"/>
                <a:gd name="connsiteX10" fmla="*/ 26549 w 1833764"/>
                <a:gd name="connsiteY10" fmla="*/ 262786 h 1104823"/>
                <a:gd name="connsiteX11" fmla="*/ 0 w 1833764"/>
                <a:gd name="connsiteY11" fmla="*/ 301757 h 1104823"/>
                <a:gd name="connsiteX12" fmla="*/ 104492 w 1833764"/>
                <a:gd name="connsiteY12" fmla="*/ 282759 h 1104823"/>
                <a:gd name="connsiteX13" fmla="*/ 252826 w 1833764"/>
                <a:gd name="connsiteY13" fmla="*/ 318807 h 1104823"/>
                <a:gd name="connsiteX14" fmla="*/ 388982 w 1833764"/>
                <a:gd name="connsiteY14" fmla="*/ 386276 h 1104823"/>
                <a:gd name="connsiteX15" fmla="*/ 549738 w 1833764"/>
                <a:gd name="connsiteY15" fmla="*/ 495639 h 1104823"/>
                <a:gd name="connsiteX16" fmla="*/ 739236 w 1833764"/>
                <a:gd name="connsiteY16" fmla="*/ 655421 h 1104823"/>
                <a:gd name="connsiteX17" fmla="*/ 739236 w 1833764"/>
                <a:gd name="connsiteY17" fmla="*/ 655421 h 1104823"/>
                <a:gd name="connsiteX18" fmla="*/ 968192 w 1833764"/>
                <a:gd name="connsiteY18" fmla="*/ 833471 h 1104823"/>
                <a:gd name="connsiteX19" fmla="*/ 968192 w 1833764"/>
                <a:gd name="connsiteY19" fmla="*/ 833471 h 1104823"/>
                <a:gd name="connsiteX20" fmla="*/ 1216390 w 1833764"/>
                <a:gd name="connsiteY20" fmla="*/ 1002996 h 1104823"/>
                <a:gd name="connsiteX21" fmla="*/ 1343047 w 1833764"/>
                <a:gd name="connsiteY21" fmla="*/ 1085810 h 1104823"/>
                <a:gd name="connsiteX22" fmla="*/ 1386646 w 1833764"/>
                <a:gd name="connsiteY22" fmla="*/ 1104808 h 1104823"/>
                <a:gd name="connsiteX23" fmla="*/ 1441449 w 1833764"/>
                <a:gd name="connsiteY23" fmla="*/ 1076310 h 1104823"/>
                <a:gd name="connsiteX24" fmla="*/ 1791460 w 1833764"/>
                <a:gd name="connsiteY24" fmla="*/ 766733 h 1104823"/>
                <a:gd name="connsiteX25" fmla="*/ 840318 w 1833764"/>
                <a:gd name="connsiteY25" fmla="*/ 736286 h 1104823"/>
                <a:gd name="connsiteX26" fmla="*/ 841779 w 1833764"/>
                <a:gd name="connsiteY26" fmla="*/ 738235 h 1104823"/>
                <a:gd name="connsiteX27" fmla="*/ 840318 w 1833764"/>
                <a:gd name="connsiteY27" fmla="*/ 736286 h 1104823"/>
                <a:gd name="connsiteX28" fmla="*/ 1254631 w 1833764"/>
                <a:gd name="connsiteY28" fmla="*/ 1026135 h 1104823"/>
                <a:gd name="connsiteX29" fmla="*/ 1254631 w 1833764"/>
                <a:gd name="connsiteY29" fmla="*/ 1026135 h 1104823"/>
                <a:gd name="connsiteX30" fmla="*/ 1256092 w 1833764"/>
                <a:gd name="connsiteY30" fmla="*/ 1028083 h 1104823"/>
                <a:gd name="connsiteX31" fmla="*/ 1254631 w 1833764"/>
                <a:gd name="connsiteY31" fmla="*/ 1026135 h 1104823"/>
                <a:gd name="connsiteX0" fmla="*/ 1791460 w 1834540"/>
                <a:gd name="connsiteY0" fmla="*/ 766733 h 1104823"/>
                <a:gd name="connsiteX1" fmla="*/ 1824098 w 1834540"/>
                <a:gd name="connsiteY1" fmla="*/ 635692 h 1104823"/>
                <a:gd name="connsiteX2" fmla="*/ 1747617 w 1834540"/>
                <a:gd name="connsiteY2" fmla="*/ 538507 h 1104823"/>
                <a:gd name="connsiteX3" fmla="*/ 1524994 w 1834540"/>
                <a:gd name="connsiteY3" fmla="*/ 346087 h 1104823"/>
                <a:gd name="connsiteX4" fmla="*/ 1378121 w 1834540"/>
                <a:gd name="connsiteY4" fmla="*/ 237942 h 1104823"/>
                <a:gd name="connsiteX5" fmla="*/ 945053 w 1834540"/>
                <a:gd name="connsiteY5" fmla="*/ 43086 h 1104823"/>
                <a:gd name="connsiteX6" fmla="*/ 720481 w 1834540"/>
                <a:gd name="connsiteY6" fmla="*/ 3384 h 1104823"/>
                <a:gd name="connsiteX7" fmla="*/ 583594 w 1834540"/>
                <a:gd name="connsiteY7" fmla="*/ 5576 h 1104823"/>
                <a:gd name="connsiteX8" fmla="*/ 245519 w 1834540"/>
                <a:gd name="connsiteY8" fmla="*/ 96428 h 1104823"/>
                <a:gd name="connsiteX9" fmla="*/ 26549 w 1834540"/>
                <a:gd name="connsiteY9" fmla="*/ 262786 h 1104823"/>
                <a:gd name="connsiteX10" fmla="*/ 0 w 1834540"/>
                <a:gd name="connsiteY10" fmla="*/ 301757 h 1104823"/>
                <a:gd name="connsiteX11" fmla="*/ 104492 w 1834540"/>
                <a:gd name="connsiteY11" fmla="*/ 282759 h 1104823"/>
                <a:gd name="connsiteX12" fmla="*/ 252826 w 1834540"/>
                <a:gd name="connsiteY12" fmla="*/ 318807 h 1104823"/>
                <a:gd name="connsiteX13" fmla="*/ 388982 w 1834540"/>
                <a:gd name="connsiteY13" fmla="*/ 386276 h 1104823"/>
                <a:gd name="connsiteX14" fmla="*/ 549738 w 1834540"/>
                <a:gd name="connsiteY14" fmla="*/ 495639 h 1104823"/>
                <a:gd name="connsiteX15" fmla="*/ 739236 w 1834540"/>
                <a:gd name="connsiteY15" fmla="*/ 655421 h 1104823"/>
                <a:gd name="connsiteX16" fmla="*/ 739236 w 1834540"/>
                <a:gd name="connsiteY16" fmla="*/ 655421 h 1104823"/>
                <a:gd name="connsiteX17" fmla="*/ 968192 w 1834540"/>
                <a:gd name="connsiteY17" fmla="*/ 833471 h 1104823"/>
                <a:gd name="connsiteX18" fmla="*/ 968192 w 1834540"/>
                <a:gd name="connsiteY18" fmla="*/ 833471 h 1104823"/>
                <a:gd name="connsiteX19" fmla="*/ 1216390 w 1834540"/>
                <a:gd name="connsiteY19" fmla="*/ 1002996 h 1104823"/>
                <a:gd name="connsiteX20" fmla="*/ 1343047 w 1834540"/>
                <a:gd name="connsiteY20" fmla="*/ 1085810 h 1104823"/>
                <a:gd name="connsiteX21" fmla="*/ 1386646 w 1834540"/>
                <a:gd name="connsiteY21" fmla="*/ 1104808 h 1104823"/>
                <a:gd name="connsiteX22" fmla="*/ 1441449 w 1834540"/>
                <a:gd name="connsiteY22" fmla="*/ 1076310 h 1104823"/>
                <a:gd name="connsiteX23" fmla="*/ 1791460 w 1834540"/>
                <a:gd name="connsiteY23" fmla="*/ 766733 h 1104823"/>
                <a:gd name="connsiteX24" fmla="*/ 840318 w 1834540"/>
                <a:gd name="connsiteY24" fmla="*/ 736286 h 1104823"/>
                <a:gd name="connsiteX25" fmla="*/ 841779 w 1834540"/>
                <a:gd name="connsiteY25" fmla="*/ 738235 h 1104823"/>
                <a:gd name="connsiteX26" fmla="*/ 840318 w 1834540"/>
                <a:gd name="connsiteY26" fmla="*/ 736286 h 1104823"/>
                <a:gd name="connsiteX27" fmla="*/ 1254631 w 1834540"/>
                <a:gd name="connsiteY27" fmla="*/ 1026135 h 1104823"/>
                <a:gd name="connsiteX28" fmla="*/ 1254631 w 1834540"/>
                <a:gd name="connsiteY28" fmla="*/ 1026135 h 1104823"/>
                <a:gd name="connsiteX29" fmla="*/ 1256092 w 1834540"/>
                <a:gd name="connsiteY29" fmla="*/ 1028083 h 1104823"/>
                <a:gd name="connsiteX30" fmla="*/ 1254631 w 1834540"/>
                <a:gd name="connsiteY30" fmla="*/ 1026135 h 1104823"/>
                <a:gd name="connsiteX0" fmla="*/ 1782224 w 1830891"/>
                <a:gd name="connsiteY0" fmla="*/ 754418 h 1109932"/>
                <a:gd name="connsiteX1" fmla="*/ 1824098 w 1830891"/>
                <a:gd name="connsiteY1" fmla="*/ 635692 h 1109932"/>
                <a:gd name="connsiteX2" fmla="*/ 1747617 w 1830891"/>
                <a:gd name="connsiteY2" fmla="*/ 538507 h 1109932"/>
                <a:gd name="connsiteX3" fmla="*/ 1524994 w 1830891"/>
                <a:gd name="connsiteY3" fmla="*/ 346087 h 1109932"/>
                <a:gd name="connsiteX4" fmla="*/ 1378121 w 1830891"/>
                <a:gd name="connsiteY4" fmla="*/ 237942 h 1109932"/>
                <a:gd name="connsiteX5" fmla="*/ 945053 w 1830891"/>
                <a:gd name="connsiteY5" fmla="*/ 43086 h 1109932"/>
                <a:gd name="connsiteX6" fmla="*/ 720481 w 1830891"/>
                <a:gd name="connsiteY6" fmla="*/ 3384 h 1109932"/>
                <a:gd name="connsiteX7" fmla="*/ 583594 w 1830891"/>
                <a:gd name="connsiteY7" fmla="*/ 5576 h 1109932"/>
                <a:gd name="connsiteX8" fmla="*/ 245519 w 1830891"/>
                <a:gd name="connsiteY8" fmla="*/ 96428 h 1109932"/>
                <a:gd name="connsiteX9" fmla="*/ 26549 w 1830891"/>
                <a:gd name="connsiteY9" fmla="*/ 262786 h 1109932"/>
                <a:gd name="connsiteX10" fmla="*/ 0 w 1830891"/>
                <a:gd name="connsiteY10" fmla="*/ 301757 h 1109932"/>
                <a:gd name="connsiteX11" fmla="*/ 104492 w 1830891"/>
                <a:gd name="connsiteY11" fmla="*/ 282759 h 1109932"/>
                <a:gd name="connsiteX12" fmla="*/ 252826 w 1830891"/>
                <a:gd name="connsiteY12" fmla="*/ 318807 h 1109932"/>
                <a:gd name="connsiteX13" fmla="*/ 388982 w 1830891"/>
                <a:gd name="connsiteY13" fmla="*/ 386276 h 1109932"/>
                <a:gd name="connsiteX14" fmla="*/ 549738 w 1830891"/>
                <a:gd name="connsiteY14" fmla="*/ 495639 h 1109932"/>
                <a:gd name="connsiteX15" fmla="*/ 739236 w 1830891"/>
                <a:gd name="connsiteY15" fmla="*/ 655421 h 1109932"/>
                <a:gd name="connsiteX16" fmla="*/ 739236 w 1830891"/>
                <a:gd name="connsiteY16" fmla="*/ 655421 h 1109932"/>
                <a:gd name="connsiteX17" fmla="*/ 968192 w 1830891"/>
                <a:gd name="connsiteY17" fmla="*/ 833471 h 1109932"/>
                <a:gd name="connsiteX18" fmla="*/ 968192 w 1830891"/>
                <a:gd name="connsiteY18" fmla="*/ 833471 h 1109932"/>
                <a:gd name="connsiteX19" fmla="*/ 1216390 w 1830891"/>
                <a:gd name="connsiteY19" fmla="*/ 1002996 h 1109932"/>
                <a:gd name="connsiteX20" fmla="*/ 1343047 w 1830891"/>
                <a:gd name="connsiteY20" fmla="*/ 1085810 h 1109932"/>
                <a:gd name="connsiteX21" fmla="*/ 1386646 w 1830891"/>
                <a:gd name="connsiteY21" fmla="*/ 1104808 h 1109932"/>
                <a:gd name="connsiteX22" fmla="*/ 1441449 w 1830891"/>
                <a:gd name="connsiteY22" fmla="*/ 1076310 h 1109932"/>
                <a:gd name="connsiteX23" fmla="*/ 1782224 w 1830891"/>
                <a:gd name="connsiteY23" fmla="*/ 754418 h 1109932"/>
                <a:gd name="connsiteX24" fmla="*/ 840318 w 1830891"/>
                <a:gd name="connsiteY24" fmla="*/ 736286 h 1109932"/>
                <a:gd name="connsiteX25" fmla="*/ 841779 w 1830891"/>
                <a:gd name="connsiteY25" fmla="*/ 738235 h 1109932"/>
                <a:gd name="connsiteX26" fmla="*/ 840318 w 1830891"/>
                <a:gd name="connsiteY26" fmla="*/ 736286 h 1109932"/>
                <a:gd name="connsiteX27" fmla="*/ 1254631 w 1830891"/>
                <a:gd name="connsiteY27" fmla="*/ 1026135 h 1109932"/>
                <a:gd name="connsiteX28" fmla="*/ 1254631 w 1830891"/>
                <a:gd name="connsiteY28" fmla="*/ 1026135 h 1109932"/>
                <a:gd name="connsiteX29" fmla="*/ 1256092 w 1830891"/>
                <a:gd name="connsiteY29" fmla="*/ 1028083 h 1109932"/>
                <a:gd name="connsiteX30" fmla="*/ 1254631 w 1830891"/>
                <a:gd name="connsiteY30" fmla="*/ 1026135 h 1109932"/>
                <a:gd name="connsiteX0" fmla="*/ 1782224 w 1830891"/>
                <a:gd name="connsiteY0" fmla="*/ 754418 h 1109932"/>
                <a:gd name="connsiteX1" fmla="*/ 1824098 w 1830891"/>
                <a:gd name="connsiteY1" fmla="*/ 635692 h 1109932"/>
                <a:gd name="connsiteX2" fmla="*/ 1747617 w 1830891"/>
                <a:gd name="connsiteY2" fmla="*/ 538507 h 1109932"/>
                <a:gd name="connsiteX3" fmla="*/ 1524994 w 1830891"/>
                <a:gd name="connsiteY3" fmla="*/ 346087 h 1109932"/>
                <a:gd name="connsiteX4" fmla="*/ 1378121 w 1830891"/>
                <a:gd name="connsiteY4" fmla="*/ 237942 h 1109932"/>
                <a:gd name="connsiteX5" fmla="*/ 945053 w 1830891"/>
                <a:gd name="connsiteY5" fmla="*/ 43086 h 1109932"/>
                <a:gd name="connsiteX6" fmla="*/ 720481 w 1830891"/>
                <a:gd name="connsiteY6" fmla="*/ 3384 h 1109932"/>
                <a:gd name="connsiteX7" fmla="*/ 583594 w 1830891"/>
                <a:gd name="connsiteY7" fmla="*/ 5576 h 1109932"/>
                <a:gd name="connsiteX8" fmla="*/ 245519 w 1830891"/>
                <a:gd name="connsiteY8" fmla="*/ 96428 h 1109932"/>
                <a:gd name="connsiteX9" fmla="*/ 26549 w 1830891"/>
                <a:gd name="connsiteY9" fmla="*/ 262786 h 1109932"/>
                <a:gd name="connsiteX10" fmla="*/ 0 w 1830891"/>
                <a:gd name="connsiteY10" fmla="*/ 301757 h 1109932"/>
                <a:gd name="connsiteX11" fmla="*/ 104492 w 1830891"/>
                <a:gd name="connsiteY11" fmla="*/ 282759 h 1109932"/>
                <a:gd name="connsiteX12" fmla="*/ 252826 w 1830891"/>
                <a:gd name="connsiteY12" fmla="*/ 318807 h 1109932"/>
                <a:gd name="connsiteX13" fmla="*/ 388982 w 1830891"/>
                <a:gd name="connsiteY13" fmla="*/ 386276 h 1109932"/>
                <a:gd name="connsiteX14" fmla="*/ 549738 w 1830891"/>
                <a:gd name="connsiteY14" fmla="*/ 495639 h 1109932"/>
                <a:gd name="connsiteX15" fmla="*/ 739236 w 1830891"/>
                <a:gd name="connsiteY15" fmla="*/ 655421 h 1109932"/>
                <a:gd name="connsiteX16" fmla="*/ 739236 w 1830891"/>
                <a:gd name="connsiteY16" fmla="*/ 655421 h 1109932"/>
                <a:gd name="connsiteX17" fmla="*/ 968192 w 1830891"/>
                <a:gd name="connsiteY17" fmla="*/ 833471 h 1109932"/>
                <a:gd name="connsiteX18" fmla="*/ 968192 w 1830891"/>
                <a:gd name="connsiteY18" fmla="*/ 833471 h 1109932"/>
                <a:gd name="connsiteX19" fmla="*/ 1216390 w 1830891"/>
                <a:gd name="connsiteY19" fmla="*/ 1002996 h 1109932"/>
                <a:gd name="connsiteX20" fmla="*/ 1343047 w 1830891"/>
                <a:gd name="connsiteY20" fmla="*/ 1085810 h 1109932"/>
                <a:gd name="connsiteX21" fmla="*/ 1386646 w 1830891"/>
                <a:gd name="connsiteY21" fmla="*/ 1104808 h 1109932"/>
                <a:gd name="connsiteX22" fmla="*/ 1441449 w 1830891"/>
                <a:gd name="connsiteY22" fmla="*/ 1076310 h 1109932"/>
                <a:gd name="connsiteX23" fmla="*/ 1782224 w 1830891"/>
                <a:gd name="connsiteY23" fmla="*/ 754418 h 1109932"/>
                <a:gd name="connsiteX24" fmla="*/ 840318 w 1830891"/>
                <a:gd name="connsiteY24" fmla="*/ 736286 h 1109932"/>
                <a:gd name="connsiteX25" fmla="*/ 841779 w 1830891"/>
                <a:gd name="connsiteY25" fmla="*/ 738235 h 1109932"/>
                <a:gd name="connsiteX26" fmla="*/ 840318 w 1830891"/>
                <a:gd name="connsiteY26" fmla="*/ 736286 h 1109932"/>
                <a:gd name="connsiteX27" fmla="*/ 1254631 w 1830891"/>
                <a:gd name="connsiteY27" fmla="*/ 1026135 h 1109932"/>
                <a:gd name="connsiteX28" fmla="*/ 1254631 w 1830891"/>
                <a:gd name="connsiteY28" fmla="*/ 1026135 h 1109932"/>
                <a:gd name="connsiteX29" fmla="*/ 1256092 w 1830891"/>
                <a:gd name="connsiteY29" fmla="*/ 1028083 h 1109932"/>
                <a:gd name="connsiteX30" fmla="*/ 1254631 w 1830891"/>
                <a:gd name="connsiteY30" fmla="*/ 1026135 h 1109932"/>
                <a:gd name="connsiteX0" fmla="*/ 1782224 w 1826625"/>
                <a:gd name="connsiteY0" fmla="*/ 754418 h 1109932"/>
                <a:gd name="connsiteX1" fmla="*/ 1824098 w 1826625"/>
                <a:gd name="connsiteY1" fmla="*/ 635692 h 1109932"/>
                <a:gd name="connsiteX2" fmla="*/ 1747617 w 1826625"/>
                <a:gd name="connsiteY2" fmla="*/ 538507 h 1109932"/>
                <a:gd name="connsiteX3" fmla="*/ 1524994 w 1826625"/>
                <a:gd name="connsiteY3" fmla="*/ 346087 h 1109932"/>
                <a:gd name="connsiteX4" fmla="*/ 1378121 w 1826625"/>
                <a:gd name="connsiteY4" fmla="*/ 237942 h 1109932"/>
                <a:gd name="connsiteX5" fmla="*/ 945053 w 1826625"/>
                <a:gd name="connsiteY5" fmla="*/ 43086 h 1109932"/>
                <a:gd name="connsiteX6" fmla="*/ 720481 w 1826625"/>
                <a:gd name="connsiteY6" fmla="*/ 3384 h 1109932"/>
                <a:gd name="connsiteX7" fmla="*/ 583594 w 1826625"/>
                <a:gd name="connsiteY7" fmla="*/ 5576 h 1109932"/>
                <a:gd name="connsiteX8" fmla="*/ 245519 w 1826625"/>
                <a:gd name="connsiteY8" fmla="*/ 96428 h 1109932"/>
                <a:gd name="connsiteX9" fmla="*/ 26549 w 1826625"/>
                <a:gd name="connsiteY9" fmla="*/ 262786 h 1109932"/>
                <a:gd name="connsiteX10" fmla="*/ 0 w 1826625"/>
                <a:gd name="connsiteY10" fmla="*/ 301757 h 1109932"/>
                <a:gd name="connsiteX11" fmla="*/ 104492 w 1826625"/>
                <a:gd name="connsiteY11" fmla="*/ 282759 h 1109932"/>
                <a:gd name="connsiteX12" fmla="*/ 252826 w 1826625"/>
                <a:gd name="connsiteY12" fmla="*/ 318807 h 1109932"/>
                <a:gd name="connsiteX13" fmla="*/ 388982 w 1826625"/>
                <a:gd name="connsiteY13" fmla="*/ 386276 h 1109932"/>
                <a:gd name="connsiteX14" fmla="*/ 549738 w 1826625"/>
                <a:gd name="connsiteY14" fmla="*/ 495639 h 1109932"/>
                <a:gd name="connsiteX15" fmla="*/ 739236 w 1826625"/>
                <a:gd name="connsiteY15" fmla="*/ 655421 h 1109932"/>
                <a:gd name="connsiteX16" fmla="*/ 739236 w 1826625"/>
                <a:gd name="connsiteY16" fmla="*/ 655421 h 1109932"/>
                <a:gd name="connsiteX17" fmla="*/ 968192 w 1826625"/>
                <a:gd name="connsiteY17" fmla="*/ 833471 h 1109932"/>
                <a:gd name="connsiteX18" fmla="*/ 968192 w 1826625"/>
                <a:gd name="connsiteY18" fmla="*/ 833471 h 1109932"/>
                <a:gd name="connsiteX19" fmla="*/ 1216390 w 1826625"/>
                <a:gd name="connsiteY19" fmla="*/ 1002996 h 1109932"/>
                <a:gd name="connsiteX20" fmla="*/ 1343047 w 1826625"/>
                <a:gd name="connsiteY20" fmla="*/ 1085810 h 1109932"/>
                <a:gd name="connsiteX21" fmla="*/ 1386646 w 1826625"/>
                <a:gd name="connsiteY21" fmla="*/ 1104808 h 1109932"/>
                <a:gd name="connsiteX22" fmla="*/ 1441449 w 1826625"/>
                <a:gd name="connsiteY22" fmla="*/ 1076310 h 1109932"/>
                <a:gd name="connsiteX23" fmla="*/ 1782224 w 1826625"/>
                <a:gd name="connsiteY23" fmla="*/ 754418 h 1109932"/>
                <a:gd name="connsiteX24" fmla="*/ 840318 w 1826625"/>
                <a:gd name="connsiteY24" fmla="*/ 736286 h 1109932"/>
                <a:gd name="connsiteX25" fmla="*/ 841779 w 1826625"/>
                <a:gd name="connsiteY25" fmla="*/ 738235 h 1109932"/>
                <a:gd name="connsiteX26" fmla="*/ 840318 w 1826625"/>
                <a:gd name="connsiteY26" fmla="*/ 736286 h 1109932"/>
                <a:gd name="connsiteX27" fmla="*/ 1254631 w 1826625"/>
                <a:gd name="connsiteY27" fmla="*/ 1026135 h 1109932"/>
                <a:gd name="connsiteX28" fmla="*/ 1254631 w 1826625"/>
                <a:gd name="connsiteY28" fmla="*/ 1026135 h 1109932"/>
                <a:gd name="connsiteX29" fmla="*/ 1256092 w 1826625"/>
                <a:gd name="connsiteY29" fmla="*/ 1028083 h 1109932"/>
                <a:gd name="connsiteX30" fmla="*/ 1254631 w 1826625"/>
                <a:gd name="connsiteY30" fmla="*/ 1026135 h 1109932"/>
                <a:gd name="connsiteX0" fmla="*/ 1782224 w 1825422"/>
                <a:gd name="connsiteY0" fmla="*/ 754418 h 1109932"/>
                <a:gd name="connsiteX1" fmla="*/ 1824098 w 1825422"/>
                <a:gd name="connsiteY1" fmla="*/ 635692 h 1109932"/>
                <a:gd name="connsiteX2" fmla="*/ 1747617 w 1825422"/>
                <a:gd name="connsiteY2" fmla="*/ 538507 h 1109932"/>
                <a:gd name="connsiteX3" fmla="*/ 1524994 w 1825422"/>
                <a:gd name="connsiteY3" fmla="*/ 346087 h 1109932"/>
                <a:gd name="connsiteX4" fmla="*/ 1378121 w 1825422"/>
                <a:gd name="connsiteY4" fmla="*/ 237942 h 1109932"/>
                <a:gd name="connsiteX5" fmla="*/ 945053 w 1825422"/>
                <a:gd name="connsiteY5" fmla="*/ 43086 h 1109932"/>
                <a:gd name="connsiteX6" fmla="*/ 720481 w 1825422"/>
                <a:gd name="connsiteY6" fmla="*/ 3384 h 1109932"/>
                <a:gd name="connsiteX7" fmla="*/ 583594 w 1825422"/>
                <a:gd name="connsiteY7" fmla="*/ 5576 h 1109932"/>
                <a:gd name="connsiteX8" fmla="*/ 245519 w 1825422"/>
                <a:gd name="connsiteY8" fmla="*/ 96428 h 1109932"/>
                <a:gd name="connsiteX9" fmla="*/ 26549 w 1825422"/>
                <a:gd name="connsiteY9" fmla="*/ 262786 h 1109932"/>
                <a:gd name="connsiteX10" fmla="*/ 0 w 1825422"/>
                <a:gd name="connsiteY10" fmla="*/ 301757 h 1109932"/>
                <a:gd name="connsiteX11" fmla="*/ 104492 w 1825422"/>
                <a:gd name="connsiteY11" fmla="*/ 282759 h 1109932"/>
                <a:gd name="connsiteX12" fmla="*/ 252826 w 1825422"/>
                <a:gd name="connsiteY12" fmla="*/ 318807 h 1109932"/>
                <a:gd name="connsiteX13" fmla="*/ 388982 w 1825422"/>
                <a:gd name="connsiteY13" fmla="*/ 386276 h 1109932"/>
                <a:gd name="connsiteX14" fmla="*/ 549738 w 1825422"/>
                <a:gd name="connsiteY14" fmla="*/ 495639 h 1109932"/>
                <a:gd name="connsiteX15" fmla="*/ 739236 w 1825422"/>
                <a:gd name="connsiteY15" fmla="*/ 655421 h 1109932"/>
                <a:gd name="connsiteX16" fmla="*/ 739236 w 1825422"/>
                <a:gd name="connsiteY16" fmla="*/ 655421 h 1109932"/>
                <a:gd name="connsiteX17" fmla="*/ 968192 w 1825422"/>
                <a:gd name="connsiteY17" fmla="*/ 833471 h 1109932"/>
                <a:gd name="connsiteX18" fmla="*/ 968192 w 1825422"/>
                <a:gd name="connsiteY18" fmla="*/ 833471 h 1109932"/>
                <a:gd name="connsiteX19" fmla="*/ 1216390 w 1825422"/>
                <a:gd name="connsiteY19" fmla="*/ 1002996 h 1109932"/>
                <a:gd name="connsiteX20" fmla="*/ 1343047 w 1825422"/>
                <a:gd name="connsiteY20" fmla="*/ 1085810 h 1109932"/>
                <a:gd name="connsiteX21" fmla="*/ 1386646 w 1825422"/>
                <a:gd name="connsiteY21" fmla="*/ 1104808 h 1109932"/>
                <a:gd name="connsiteX22" fmla="*/ 1441449 w 1825422"/>
                <a:gd name="connsiteY22" fmla="*/ 1076310 h 1109932"/>
                <a:gd name="connsiteX23" fmla="*/ 1782224 w 1825422"/>
                <a:gd name="connsiteY23" fmla="*/ 754418 h 1109932"/>
                <a:gd name="connsiteX24" fmla="*/ 840318 w 1825422"/>
                <a:gd name="connsiteY24" fmla="*/ 736286 h 1109932"/>
                <a:gd name="connsiteX25" fmla="*/ 841779 w 1825422"/>
                <a:gd name="connsiteY25" fmla="*/ 738235 h 1109932"/>
                <a:gd name="connsiteX26" fmla="*/ 840318 w 1825422"/>
                <a:gd name="connsiteY26" fmla="*/ 736286 h 1109932"/>
                <a:gd name="connsiteX27" fmla="*/ 1254631 w 1825422"/>
                <a:gd name="connsiteY27" fmla="*/ 1026135 h 1109932"/>
                <a:gd name="connsiteX28" fmla="*/ 1254631 w 1825422"/>
                <a:gd name="connsiteY28" fmla="*/ 1026135 h 1109932"/>
                <a:gd name="connsiteX29" fmla="*/ 1256092 w 1825422"/>
                <a:gd name="connsiteY29" fmla="*/ 1028083 h 1109932"/>
                <a:gd name="connsiteX30" fmla="*/ 1254631 w 1825422"/>
                <a:gd name="connsiteY30" fmla="*/ 1026135 h 1109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825422" h="1109932">
                  <a:moveTo>
                    <a:pt x="1782224" y="754418"/>
                  </a:moveTo>
                  <a:cubicBezTo>
                    <a:pt x="1824448" y="705612"/>
                    <a:pt x="1828326" y="661414"/>
                    <a:pt x="1824098" y="635692"/>
                  </a:cubicBezTo>
                  <a:cubicBezTo>
                    <a:pt x="1804612" y="598669"/>
                    <a:pt x="1776358" y="568223"/>
                    <a:pt x="1747617" y="538507"/>
                  </a:cubicBezTo>
                  <a:cubicBezTo>
                    <a:pt x="1678687" y="468359"/>
                    <a:pt x="1602693" y="406249"/>
                    <a:pt x="1524994" y="346087"/>
                  </a:cubicBezTo>
                  <a:cubicBezTo>
                    <a:pt x="1488702" y="318076"/>
                    <a:pt x="1390786" y="245980"/>
                    <a:pt x="1378121" y="237942"/>
                  </a:cubicBezTo>
                  <a:cubicBezTo>
                    <a:pt x="1244401" y="149526"/>
                    <a:pt x="1098746" y="86928"/>
                    <a:pt x="945053" y="43086"/>
                  </a:cubicBezTo>
                  <a:cubicBezTo>
                    <a:pt x="871495" y="22139"/>
                    <a:pt x="796962" y="7768"/>
                    <a:pt x="720481" y="3384"/>
                  </a:cubicBezTo>
                  <a:cubicBezTo>
                    <a:pt x="710982" y="-26"/>
                    <a:pt x="654717" y="-2949"/>
                    <a:pt x="583594" y="5576"/>
                  </a:cubicBezTo>
                  <a:cubicBezTo>
                    <a:pt x="466437" y="19703"/>
                    <a:pt x="352690" y="45765"/>
                    <a:pt x="245519" y="96428"/>
                  </a:cubicBezTo>
                  <a:cubicBezTo>
                    <a:pt x="160756" y="136373"/>
                    <a:pt x="84762" y="187766"/>
                    <a:pt x="26549" y="262786"/>
                  </a:cubicBezTo>
                  <a:cubicBezTo>
                    <a:pt x="17537" y="274477"/>
                    <a:pt x="8525" y="286169"/>
                    <a:pt x="0" y="301757"/>
                  </a:cubicBezTo>
                  <a:cubicBezTo>
                    <a:pt x="35318" y="286169"/>
                    <a:pt x="69418" y="280323"/>
                    <a:pt x="104492" y="282759"/>
                  </a:cubicBezTo>
                  <a:cubicBezTo>
                    <a:pt x="155885" y="286169"/>
                    <a:pt x="205086" y="300052"/>
                    <a:pt x="252826" y="318807"/>
                  </a:cubicBezTo>
                  <a:cubicBezTo>
                    <a:pt x="300079" y="337318"/>
                    <a:pt x="344652" y="361432"/>
                    <a:pt x="388982" y="386276"/>
                  </a:cubicBezTo>
                  <a:cubicBezTo>
                    <a:pt x="408467" y="398455"/>
                    <a:pt x="532688" y="482973"/>
                    <a:pt x="549738" y="495639"/>
                  </a:cubicBezTo>
                  <a:cubicBezTo>
                    <a:pt x="569955" y="511958"/>
                    <a:pt x="718776" y="640320"/>
                    <a:pt x="739236" y="655421"/>
                  </a:cubicBezTo>
                  <a:lnTo>
                    <a:pt x="739236" y="655421"/>
                  </a:lnTo>
                  <a:cubicBezTo>
                    <a:pt x="772118" y="684649"/>
                    <a:pt x="926054" y="803755"/>
                    <a:pt x="968192" y="833471"/>
                  </a:cubicBezTo>
                  <a:lnTo>
                    <a:pt x="968192" y="833471"/>
                  </a:lnTo>
                  <a:lnTo>
                    <a:pt x="1216390" y="1002996"/>
                  </a:lnTo>
                  <a:cubicBezTo>
                    <a:pt x="1228812" y="1012251"/>
                    <a:pt x="1320151" y="1072900"/>
                    <a:pt x="1343047" y="1085810"/>
                  </a:cubicBezTo>
                  <a:cubicBezTo>
                    <a:pt x="1354982" y="1094335"/>
                    <a:pt x="1385184" y="1105295"/>
                    <a:pt x="1386646" y="1104808"/>
                  </a:cubicBezTo>
                  <a:cubicBezTo>
                    <a:pt x="1406131" y="1097745"/>
                    <a:pt x="1375519" y="1134708"/>
                    <a:pt x="1441449" y="1076310"/>
                  </a:cubicBezTo>
                  <a:cubicBezTo>
                    <a:pt x="1507379" y="1017912"/>
                    <a:pt x="1748580" y="799576"/>
                    <a:pt x="1782224" y="754418"/>
                  </a:cubicBezTo>
                  <a:close/>
                  <a:moveTo>
                    <a:pt x="840318" y="736286"/>
                  </a:moveTo>
                  <a:cubicBezTo>
                    <a:pt x="840805" y="736773"/>
                    <a:pt x="841292" y="737504"/>
                    <a:pt x="841779" y="738235"/>
                  </a:cubicBezTo>
                  <a:cubicBezTo>
                    <a:pt x="841292" y="737504"/>
                    <a:pt x="840805" y="736773"/>
                    <a:pt x="840318" y="736286"/>
                  </a:cubicBezTo>
                  <a:close/>
                  <a:moveTo>
                    <a:pt x="1254631" y="1026135"/>
                  </a:moveTo>
                  <a:lnTo>
                    <a:pt x="1254631" y="1026135"/>
                  </a:lnTo>
                  <a:cubicBezTo>
                    <a:pt x="1255361" y="1026378"/>
                    <a:pt x="1255605" y="1027353"/>
                    <a:pt x="1256092" y="1028083"/>
                  </a:cubicBezTo>
                  <a:cubicBezTo>
                    <a:pt x="1255361" y="1027353"/>
                    <a:pt x="1254874" y="1026866"/>
                    <a:pt x="1254631" y="1026135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118BE06-8995-4C1A-84E9-315D40957EBD}"/>
                </a:ext>
              </a:extLst>
            </p:cNvPr>
            <p:cNvSpPr/>
            <p:nvPr/>
          </p:nvSpPr>
          <p:spPr>
            <a:xfrm>
              <a:off x="1114199" y="5450886"/>
              <a:ext cx="1037568" cy="782036"/>
            </a:xfrm>
            <a:custGeom>
              <a:avLst/>
              <a:gdLst>
                <a:gd name="connsiteX0" fmla="*/ 1037568 w 1037568"/>
                <a:gd name="connsiteY0" fmla="*/ 662931 h 782036"/>
                <a:gd name="connsiteX1" fmla="*/ 557978 w 1037568"/>
                <a:gd name="connsiteY1" fmla="*/ 235709 h 782036"/>
                <a:gd name="connsiteX2" fmla="*/ 153895 w 1037568"/>
                <a:gd name="connsiteY2" fmla="*/ 3343 h 782036"/>
                <a:gd name="connsiteX3" fmla="*/ 5317 w 1037568"/>
                <a:gd name="connsiteY3" fmla="*/ 31110 h 782036"/>
                <a:gd name="connsiteX4" fmla="*/ 121013 w 1037568"/>
                <a:gd name="connsiteY4" fmla="*/ 127320 h 782036"/>
                <a:gd name="connsiteX5" fmla="*/ 546774 w 1037568"/>
                <a:gd name="connsiteY5" fmla="*/ 450051 h 782036"/>
                <a:gd name="connsiteX6" fmla="*/ 844174 w 1037568"/>
                <a:gd name="connsiteY6" fmla="*/ 691916 h 782036"/>
                <a:gd name="connsiteX7" fmla="*/ 920168 w 1037568"/>
                <a:gd name="connsiteY7" fmla="*/ 782037 h 782036"/>
                <a:gd name="connsiteX8" fmla="*/ 1037568 w 1037568"/>
                <a:gd name="connsiteY8" fmla="*/ 662931 h 782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7568" h="782036">
                  <a:moveTo>
                    <a:pt x="1037568" y="662931"/>
                  </a:moveTo>
                  <a:cubicBezTo>
                    <a:pt x="984226" y="646125"/>
                    <a:pt x="783281" y="390863"/>
                    <a:pt x="557978" y="235709"/>
                  </a:cubicBezTo>
                  <a:cubicBezTo>
                    <a:pt x="437168" y="152408"/>
                    <a:pt x="342906" y="54980"/>
                    <a:pt x="153895" y="3343"/>
                  </a:cubicBezTo>
                  <a:cubicBezTo>
                    <a:pt x="118821" y="-6156"/>
                    <a:pt x="40879" y="5048"/>
                    <a:pt x="5317" y="31110"/>
                  </a:cubicBezTo>
                  <a:cubicBezTo>
                    <a:pt x="-19283" y="49134"/>
                    <a:pt x="45263" y="84696"/>
                    <a:pt x="121013" y="127320"/>
                  </a:cubicBezTo>
                  <a:cubicBezTo>
                    <a:pt x="196764" y="169945"/>
                    <a:pt x="460550" y="379659"/>
                    <a:pt x="546774" y="450051"/>
                  </a:cubicBezTo>
                  <a:cubicBezTo>
                    <a:pt x="662226" y="544313"/>
                    <a:pt x="782550" y="629075"/>
                    <a:pt x="844174" y="691916"/>
                  </a:cubicBezTo>
                  <a:cubicBezTo>
                    <a:pt x="899951" y="748668"/>
                    <a:pt x="907989" y="753296"/>
                    <a:pt x="920168" y="782037"/>
                  </a:cubicBezTo>
                  <a:cubicBezTo>
                    <a:pt x="949639" y="749886"/>
                    <a:pt x="1008583" y="702877"/>
                    <a:pt x="1037568" y="662931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952E454-A7B3-40F6-B0DF-2CF446F013C5}"/>
                </a:ext>
              </a:extLst>
            </p:cNvPr>
            <p:cNvSpPr/>
            <p:nvPr/>
          </p:nvSpPr>
          <p:spPr>
            <a:xfrm>
              <a:off x="1532379" y="5663711"/>
              <a:ext cx="336957" cy="311260"/>
            </a:xfrm>
            <a:custGeom>
              <a:avLst/>
              <a:gdLst>
                <a:gd name="connsiteX0" fmla="*/ 331975 w 336957"/>
                <a:gd name="connsiteY0" fmla="*/ 249648 h 311260"/>
                <a:gd name="connsiteX1" fmla="*/ 284723 w 336957"/>
                <a:gd name="connsiteY1" fmla="*/ 304208 h 311260"/>
                <a:gd name="connsiteX2" fmla="*/ 255738 w 336957"/>
                <a:gd name="connsiteY2" fmla="*/ 306157 h 311260"/>
                <a:gd name="connsiteX3" fmla="*/ 7052 w 336957"/>
                <a:gd name="connsiteY3" fmla="*/ 90597 h 311260"/>
                <a:gd name="connsiteX4" fmla="*/ 5104 w 336957"/>
                <a:gd name="connsiteY4" fmla="*/ 61612 h 311260"/>
                <a:gd name="connsiteX5" fmla="*/ 52356 w 336957"/>
                <a:gd name="connsiteY5" fmla="*/ 7052 h 311260"/>
                <a:gd name="connsiteX6" fmla="*/ 81341 w 336957"/>
                <a:gd name="connsiteY6" fmla="*/ 5104 h 311260"/>
                <a:gd name="connsiteX7" fmla="*/ 329783 w 336957"/>
                <a:gd name="connsiteY7" fmla="*/ 220420 h 311260"/>
                <a:gd name="connsiteX8" fmla="*/ 331975 w 336957"/>
                <a:gd name="connsiteY8" fmla="*/ 249648 h 311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6957" h="311260">
                  <a:moveTo>
                    <a:pt x="331975" y="249648"/>
                  </a:moveTo>
                  <a:lnTo>
                    <a:pt x="284723" y="304208"/>
                  </a:lnTo>
                  <a:cubicBezTo>
                    <a:pt x="277172" y="312733"/>
                    <a:pt x="264263" y="313707"/>
                    <a:pt x="255738" y="306157"/>
                  </a:cubicBezTo>
                  <a:lnTo>
                    <a:pt x="7052" y="90597"/>
                  </a:lnTo>
                  <a:cubicBezTo>
                    <a:pt x="-1473" y="83046"/>
                    <a:pt x="-2447" y="70137"/>
                    <a:pt x="5104" y="61612"/>
                  </a:cubicBezTo>
                  <a:lnTo>
                    <a:pt x="52356" y="7052"/>
                  </a:lnTo>
                  <a:cubicBezTo>
                    <a:pt x="59907" y="-1473"/>
                    <a:pt x="72816" y="-2447"/>
                    <a:pt x="81341" y="5104"/>
                  </a:cubicBezTo>
                  <a:lnTo>
                    <a:pt x="329783" y="220420"/>
                  </a:lnTo>
                  <a:cubicBezTo>
                    <a:pt x="338552" y="227971"/>
                    <a:pt x="339282" y="240880"/>
                    <a:pt x="331975" y="249648"/>
                  </a:cubicBezTo>
                  <a:close/>
                </a:path>
              </a:pathLst>
            </a:custGeom>
            <a:solidFill>
              <a:srgbClr val="1A1A1A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2A47EC8-62A5-4A70-9A88-FAE9211B594E}"/>
                </a:ext>
              </a:extLst>
            </p:cNvPr>
            <p:cNvSpPr/>
            <p:nvPr/>
          </p:nvSpPr>
          <p:spPr>
            <a:xfrm>
              <a:off x="1309685" y="5512626"/>
              <a:ext cx="230116" cy="192783"/>
            </a:xfrm>
            <a:custGeom>
              <a:avLst/>
              <a:gdLst>
                <a:gd name="connsiteX0" fmla="*/ 226337 w 230116"/>
                <a:gd name="connsiteY0" fmla="*/ 145715 h 192783"/>
                <a:gd name="connsiteX1" fmla="*/ 199544 w 230116"/>
                <a:gd name="connsiteY1" fmla="*/ 183955 h 192783"/>
                <a:gd name="connsiteX2" fmla="*/ 170803 w 230116"/>
                <a:gd name="connsiteY2" fmla="*/ 189070 h 192783"/>
                <a:gd name="connsiteX3" fmla="*/ 8828 w 230116"/>
                <a:gd name="connsiteY3" fmla="*/ 75810 h 192783"/>
                <a:gd name="connsiteX4" fmla="*/ 3714 w 230116"/>
                <a:gd name="connsiteY4" fmla="*/ 47069 h 192783"/>
                <a:gd name="connsiteX5" fmla="*/ 30506 w 230116"/>
                <a:gd name="connsiteY5" fmla="*/ 8828 h 192783"/>
                <a:gd name="connsiteX6" fmla="*/ 59248 w 230116"/>
                <a:gd name="connsiteY6" fmla="*/ 3714 h 192783"/>
                <a:gd name="connsiteX7" fmla="*/ 221222 w 230116"/>
                <a:gd name="connsiteY7" fmla="*/ 116974 h 192783"/>
                <a:gd name="connsiteX8" fmla="*/ 226337 w 230116"/>
                <a:gd name="connsiteY8" fmla="*/ 145715 h 192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116" h="192783">
                  <a:moveTo>
                    <a:pt x="226337" y="145715"/>
                  </a:moveTo>
                  <a:lnTo>
                    <a:pt x="199544" y="183955"/>
                  </a:lnTo>
                  <a:cubicBezTo>
                    <a:pt x="192968" y="193211"/>
                    <a:pt x="180302" y="195647"/>
                    <a:pt x="170803" y="189070"/>
                  </a:cubicBezTo>
                  <a:lnTo>
                    <a:pt x="8828" y="75810"/>
                  </a:lnTo>
                  <a:cubicBezTo>
                    <a:pt x="-427" y="69234"/>
                    <a:pt x="-2863" y="56568"/>
                    <a:pt x="3714" y="47069"/>
                  </a:cubicBezTo>
                  <a:lnTo>
                    <a:pt x="30506" y="8828"/>
                  </a:lnTo>
                  <a:cubicBezTo>
                    <a:pt x="37083" y="-427"/>
                    <a:pt x="49748" y="-2863"/>
                    <a:pt x="59248" y="3714"/>
                  </a:cubicBezTo>
                  <a:lnTo>
                    <a:pt x="221222" y="116974"/>
                  </a:lnTo>
                  <a:cubicBezTo>
                    <a:pt x="230721" y="123550"/>
                    <a:pt x="232913" y="136459"/>
                    <a:pt x="226337" y="145715"/>
                  </a:cubicBezTo>
                  <a:close/>
                </a:path>
              </a:pathLst>
            </a:custGeom>
            <a:solidFill>
              <a:srgbClr val="1A1A1A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CC97B4-35D7-427B-B5F0-17F66D5663BD}"/>
                </a:ext>
              </a:extLst>
            </p:cNvPr>
            <p:cNvSpPr/>
            <p:nvPr/>
          </p:nvSpPr>
          <p:spPr>
            <a:xfrm>
              <a:off x="1538457" y="5683576"/>
              <a:ext cx="331081" cy="283507"/>
            </a:xfrm>
            <a:custGeom>
              <a:avLst/>
              <a:gdLst>
                <a:gd name="connsiteX0" fmla="*/ 0 w 324922"/>
                <a:gd name="connsiteY0" fmla="*/ 51126 h 271069"/>
                <a:gd name="connsiteX1" fmla="*/ 165871 w 324922"/>
                <a:gd name="connsiteY1" fmla="*/ 105198 h 271069"/>
                <a:gd name="connsiteX2" fmla="*/ 275965 w 324922"/>
                <a:gd name="connsiteY2" fmla="*/ 271070 h 271069"/>
                <a:gd name="connsiteX3" fmla="*/ 324923 w 324922"/>
                <a:gd name="connsiteY3" fmla="*/ 220651 h 271069"/>
                <a:gd name="connsiteX4" fmla="*/ 229930 w 324922"/>
                <a:gd name="connsiteY4" fmla="*/ 58433 h 271069"/>
                <a:gd name="connsiteX5" fmla="*/ 66008 w 324922"/>
                <a:gd name="connsiteY5" fmla="*/ 707 h 271069"/>
                <a:gd name="connsiteX6" fmla="*/ 0 w 324922"/>
                <a:gd name="connsiteY6" fmla="*/ 51126 h 271069"/>
                <a:gd name="connsiteX0" fmla="*/ 0 w 325671"/>
                <a:gd name="connsiteY0" fmla="*/ 51248 h 271192"/>
                <a:gd name="connsiteX1" fmla="*/ 165871 w 325671"/>
                <a:gd name="connsiteY1" fmla="*/ 105320 h 271192"/>
                <a:gd name="connsiteX2" fmla="*/ 275965 w 325671"/>
                <a:gd name="connsiteY2" fmla="*/ 271192 h 271192"/>
                <a:gd name="connsiteX3" fmla="*/ 324923 w 325671"/>
                <a:gd name="connsiteY3" fmla="*/ 220773 h 271192"/>
                <a:gd name="connsiteX4" fmla="*/ 239166 w 325671"/>
                <a:gd name="connsiteY4" fmla="*/ 55476 h 271192"/>
                <a:gd name="connsiteX5" fmla="*/ 66008 w 325671"/>
                <a:gd name="connsiteY5" fmla="*/ 829 h 271192"/>
                <a:gd name="connsiteX6" fmla="*/ 0 w 325671"/>
                <a:gd name="connsiteY6" fmla="*/ 51248 h 271192"/>
                <a:gd name="connsiteX0" fmla="*/ 3757 w 329428"/>
                <a:gd name="connsiteY0" fmla="*/ 51248 h 271192"/>
                <a:gd name="connsiteX1" fmla="*/ 185022 w 329428"/>
                <a:gd name="connsiteY1" fmla="*/ 102241 h 271192"/>
                <a:gd name="connsiteX2" fmla="*/ 279722 w 329428"/>
                <a:gd name="connsiteY2" fmla="*/ 271192 h 271192"/>
                <a:gd name="connsiteX3" fmla="*/ 328680 w 329428"/>
                <a:gd name="connsiteY3" fmla="*/ 220773 h 271192"/>
                <a:gd name="connsiteX4" fmla="*/ 242923 w 329428"/>
                <a:gd name="connsiteY4" fmla="*/ 55476 h 271192"/>
                <a:gd name="connsiteX5" fmla="*/ 69765 w 329428"/>
                <a:gd name="connsiteY5" fmla="*/ 829 h 271192"/>
                <a:gd name="connsiteX6" fmla="*/ 3757 w 329428"/>
                <a:gd name="connsiteY6" fmla="*/ 51248 h 271192"/>
                <a:gd name="connsiteX0" fmla="*/ 3757 w 329827"/>
                <a:gd name="connsiteY0" fmla="*/ 51248 h 283507"/>
                <a:gd name="connsiteX1" fmla="*/ 185022 w 329827"/>
                <a:gd name="connsiteY1" fmla="*/ 102241 h 283507"/>
                <a:gd name="connsiteX2" fmla="*/ 285880 w 329827"/>
                <a:gd name="connsiteY2" fmla="*/ 283507 h 283507"/>
                <a:gd name="connsiteX3" fmla="*/ 328680 w 329827"/>
                <a:gd name="connsiteY3" fmla="*/ 220773 h 283507"/>
                <a:gd name="connsiteX4" fmla="*/ 242923 w 329827"/>
                <a:gd name="connsiteY4" fmla="*/ 55476 h 283507"/>
                <a:gd name="connsiteX5" fmla="*/ 69765 w 329827"/>
                <a:gd name="connsiteY5" fmla="*/ 829 h 283507"/>
                <a:gd name="connsiteX6" fmla="*/ 3757 w 329827"/>
                <a:gd name="connsiteY6" fmla="*/ 51248 h 283507"/>
                <a:gd name="connsiteX0" fmla="*/ 3757 w 328680"/>
                <a:gd name="connsiteY0" fmla="*/ 51248 h 283507"/>
                <a:gd name="connsiteX1" fmla="*/ 185022 w 328680"/>
                <a:gd name="connsiteY1" fmla="*/ 102241 h 283507"/>
                <a:gd name="connsiteX2" fmla="*/ 285880 w 328680"/>
                <a:gd name="connsiteY2" fmla="*/ 283507 h 283507"/>
                <a:gd name="connsiteX3" fmla="*/ 328680 w 328680"/>
                <a:gd name="connsiteY3" fmla="*/ 220773 h 283507"/>
                <a:gd name="connsiteX4" fmla="*/ 242923 w 328680"/>
                <a:gd name="connsiteY4" fmla="*/ 55476 h 283507"/>
                <a:gd name="connsiteX5" fmla="*/ 69765 w 328680"/>
                <a:gd name="connsiteY5" fmla="*/ 829 h 283507"/>
                <a:gd name="connsiteX6" fmla="*/ 3757 w 328680"/>
                <a:gd name="connsiteY6" fmla="*/ 51248 h 283507"/>
                <a:gd name="connsiteX0" fmla="*/ 3757 w 334838"/>
                <a:gd name="connsiteY0" fmla="*/ 51248 h 283507"/>
                <a:gd name="connsiteX1" fmla="*/ 185022 w 334838"/>
                <a:gd name="connsiteY1" fmla="*/ 102241 h 283507"/>
                <a:gd name="connsiteX2" fmla="*/ 285880 w 334838"/>
                <a:gd name="connsiteY2" fmla="*/ 283507 h 283507"/>
                <a:gd name="connsiteX3" fmla="*/ 334838 w 334838"/>
                <a:gd name="connsiteY3" fmla="*/ 226931 h 283507"/>
                <a:gd name="connsiteX4" fmla="*/ 242923 w 334838"/>
                <a:gd name="connsiteY4" fmla="*/ 55476 h 283507"/>
                <a:gd name="connsiteX5" fmla="*/ 69765 w 334838"/>
                <a:gd name="connsiteY5" fmla="*/ 829 h 283507"/>
                <a:gd name="connsiteX6" fmla="*/ 3757 w 334838"/>
                <a:gd name="connsiteY6" fmla="*/ 51248 h 283507"/>
                <a:gd name="connsiteX0" fmla="*/ 0 w 331081"/>
                <a:gd name="connsiteY0" fmla="*/ 51248 h 283507"/>
                <a:gd name="connsiteX1" fmla="*/ 181265 w 331081"/>
                <a:gd name="connsiteY1" fmla="*/ 102241 h 283507"/>
                <a:gd name="connsiteX2" fmla="*/ 282123 w 331081"/>
                <a:gd name="connsiteY2" fmla="*/ 283507 h 283507"/>
                <a:gd name="connsiteX3" fmla="*/ 331081 w 331081"/>
                <a:gd name="connsiteY3" fmla="*/ 226931 h 283507"/>
                <a:gd name="connsiteX4" fmla="*/ 239166 w 331081"/>
                <a:gd name="connsiteY4" fmla="*/ 55476 h 283507"/>
                <a:gd name="connsiteX5" fmla="*/ 66008 w 331081"/>
                <a:gd name="connsiteY5" fmla="*/ 829 h 283507"/>
                <a:gd name="connsiteX6" fmla="*/ 0 w 331081"/>
                <a:gd name="connsiteY6" fmla="*/ 51248 h 283507"/>
                <a:gd name="connsiteX0" fmla="*/ 0 w 331081"/>
                <a:gd name="connsiteY0" fmla="*/ 51248 h 283507"/>
                <a:gd name="connsiteX1" fmla="*/ 181265 w 331081"/>
                <a:gd name="connsiteY1" fmla="*/ 102241 h 283507"/>
                <a:gd name="connsiteX2" fmla="*/ 282123 w 331081"/>
                <a:gd name="connsiteY2" fmla="*/ 283507 h 283507"/>
                <a:gd name="connsiteX3" fmla="*/ 331081 w 331081"/>
                <a:gd name="connsiteY3" fmla="*/ 226931 h 283507"/>
                <a:gd name="connsiteX4" fmla="*/ 239166 w 331081"/>
                <a:gd name="connsiteY4" fmla="*/ 55476 h 283507"/>
                <a:gd name="connsiteX5" fmla="*/ 62929 w 331081"/>
                <a:gd name="connsiteY5" fmla="*/ 829 h 283507"/>
                <a:gd name="connsiteX6" fmla="*/ 0 w 331081"/>
                <a:gd name="connsiteY6" fmla="*/ 51248 h 283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1081" h="283507">
                  <a:moveTo>
                    <a:pt x="0" y="51248"/>
                  </a:moveTo>
                  <a:cubicBezTo>
                    <a:pt x="19209" y="68150"/>
                    <a:pt x="134245" y="63531"/>
                    <a:pt x="181265" y="102241"/>
                  </a:cubicBezTo>
                  <a:cubicBezTo>
                    <a:pt x="228285" y="140951"/>
                    <a:pt x="274329" y="251112"/>
                    <a:pt x="282123" y="283507"/>
                  </a:cubicBezTo>
                  <a:cubicBezTo>
                    <a:pt x="304288" y="263777"/>
                    <a:pt x="307452" y="249542"/>
                    <a:pt x="331081" y="226931"/>
                  </a:cubicBezTo>
                  <a:cubicBezTo>
                    <a:pt x="323922" y="188926"/>
                    <a:pt x="299328" y="103946"/>
                    <a:pt x="239166" y="55476"/>
                  </a:cubicBezTo>
                  <a:cubicBezTo>
                    <a:pt x="179004" y="7005"/>
                    <a:pt x="136730" y="-3312"/>
                    <a:pt x="62929" y="829"/>
                  </a:cubicBezTo>
                  <a:cubicBezTo>
                    <a:pt x="37110" y="17148"/>
                    <a:pt x="17736" y="28188"/>
                    <a:pt x="0" y="5124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8AE64F2-FE59-408B-9B88-F63FA3BD9A8F}"/>
                </a:ext>
              </a:extLst>
            </p:cNvPr>
            <p:cNvSpPr/>
            <p:nvPr/>
          </p:nvSpPr>
          <p:spPr>
            <a:xfrm>
              <a:off x="1341105" y="5530894"/>
              <a:ext cx="179387" cy="149428"/>
            </a:xfrm>
            <a:custGeom>
              <a:avLst/>
              <a:gdLst>
                <a:gd name="connsiteX0" fmla="*/ 175674 w 179387"/>
                <a:gd name="connsiteY0" fmla="*/ 118192 h 149428"/>
                <a:gd name="connsiteX1" fmla="*/ 160086 w 179387"/>
                <a:gd name="connsiteY1" fmla="*/ 140600 h 149428"/>
                <a:gd name="connsiteX2" fmla="*/ 131344 w 179387"/>
                <a:gd name="connsiteY2" fmla="*/ 145715 h 149428"/>
                <a:gd name="connsiteX3" fmla="*/ 8829 w 179387"/>
                <a:gd name="connsiteY3" fmla="*/ 59978 h 149428"/>
                <a:gd name="connsiteX4" fmla="*/ 3714 w 179387"/>
                <a:gd name="connsiteY4" fmla="*/ 31237 h 149428"/>
                <a:gd name="connsiteX5" fmla="*/ 19302 w 179387"/>
                <a:gd name="connsiteY5" fmla="*/ 8828 h 149428"/>
                <a:gd name="connsiteX6" fmla="*/ 48043 w 179387"/>
                <a:gd name="connsiteY6" fmla="*/ 3714 h 149428"/>
                <a:gd name="connsiteX7" fmla="*/ 170559 w 179387"/>
                <a:gd name="connsiteY7" fmla="*/ 89450 h 149428"/>
                <a:gd name="connsiteX8" fmla="*/ 175674 w 179387"/>
                <a:gd name="connsiteY8" fmla="*/ 118192 h 149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87" h="149428">
                  <a:moveTo>
                    <a:pt x="175674" y="118192"/>
                  </a:moveTo>
                  <a:lnTo>
                    <a:pt x="160086" y="140600"/>
                  </a:lnTo>
                  <a:cubicBezTo>
                    <a:pt x="153509" y="149856"/>
                    <a:pt x="140844" y="152291"/>
                    <a:pt x="131344" y="145715"/>
                  </a:cubicBezTo>
                  <a:lnTo>
                    <a:pt x="8829" y="59978"/>
                  </a:lnTo>
                  <a:cubicBezTo>
                    <a:pt x="-427" y="53402"/>
                    <a:pt x="-2863" y="40736"/>
                    <a:pt x="3714" y="31237"/>
                  </a:cubicBezTo>
                  <a:lnTo>
                    <a:pt x="19302" y="8828"/>
                  </a:lnTo>
                  <a:cubicBezTo>
                    <a:pt x="25878" y="-427"/>
                    <a:pt x="38544" y="-2863"/>
                    <a:pt x="48043" y="3714"/>
                  </a:cubicBezTo>
                  <a:lnTo>
                    <a:pt x="170559" y="89450"/>
                  </a:lnTo>
                  <a:cubicBezTo>
                    <a:pt x="179815" y="96027"/>
                    <a:pt x="182251" y="108936"/>
                    <a:pt x="175674" y="118192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0A3C49-62E1-48B3-BBED-20B914FBF5F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5780" y="5040966"/>
            <a:ext cx="11315383" cy="152969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01156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Triangle 2">
            <a:extLst>
              <a:ext uri="{FF2B5EF4-FFF2-40B4-BE49-F238E27FC236}">
                <a16:creationId xmlns:a16="http://schemas.microsoft.com/office/drawing/2014/main" id="{75E64B47-05FE-4DBA-ABE7-314F29117806}"/>
              </a:ext>
            </a:extLst>
          </p:cNvPr>
          <p:cNvSpPr/>
          <p:nvPr/>
        </p:nvSpPr>
        <p:spPr>
          <a:xfrm rot="10800000">
            <a:off x="3251768" y="-1"/>
            <a:ext cx="8940232" cy="4911047"/>
          </a:xfrm>
          <a:prstGeom prst="rtTriangl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965CBF-03EB-419A-8592-22EB00ACF1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554434"/>
            <a:ext cx="5559312" cy="1796609"/>
          </a:xfrm>
          <a:prstGeom prst="rect">
            <a:avLst/>
          </a:prstGeom>
        </p:spPr>
        <p:txBody>
          <a:bodyPr/>
          <a:lstStyle>
            <a:lvl1pPr marL="0" indent="0" algn="r" defTabSz="914400" rtl="0" eaLnBrk="1" latinLnBrk="1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None/>
              <a:defRPr lang="en-CA" sz="4400" b="1" kern="1200" dirty="0">
                <a:solidFill>
                  <a:schemeClr val="bg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CA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6FE150D-4CE8-4D3A-87A6-8F5F15645F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12200" y="2351043"/>
            <a:ext cx="2043112" cy="307777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r">
              <a:buNone/>
              <a:defRPr lang="en-CA" sz="1400" b="1" i="1" kern="1200" dirty="0">
                <a:solidFill>
                  <a:schemeClr val="accent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B33B24D-173A-49EF-865D-4F7E34A0ED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81161" y="5623038"/>
            <a:ext cx="9829678" cy="862013"/>
          </a:xfrm>
          <a:prstGeom prst="rect">
            <a:avLst/>
          </a:prstGeom>
          <a:solidFill>
            <a:srgbClr val="000000">
              <a:alpha val="50196"/>
            </a:srgbClr>
          </a:solidFill>
        </p:spPr>
        <p:txBody>
          <a:bodyPr/>
          <a:lstStyle>
            <a:lvl1pPr marL="0" indent="0">
              <a:buNone/>
              <a:defRPr lang="en-CA" sz="1800" kern="1200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37784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5554FB4E-E79F-4FCD-B373-1990A7E51642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-1" y="0"/>
            <a:ext cx="10203255" cy="6858000"/>
          </a:xfrm>
          <a:custGeom>
            <a:avLst/>
            <a:gdLst>
              <a:gd name="connsiteX0" fmla="*/ 0 w 8908610"/>
              <a:gd name="connsiteY0" fmla="*/ 0 h 6858000"/>
              <a:gd name="connsiteX1" fmla="*/ 8908610 w 8908610"/>
              <a:gd name="connsiteY1" fmla="*/ 0 h 6858000"/>
              <a:gd name="connsiteX2" fmla="*/ 8908610 w 8908610"/>
              <a:gd name="connsiteY2" fmla="*/ 6858000 h 6858000"/>
              <a:gd name="connsiteX3" fmla="*/ 0 w 8908610"/>
              <a:gd name="connsiteY3" fmla="*/ 6858000 h 6858000"/>
              <a:gd name="connsiteX4" fmla="*/ 0 w 8908610"/>
              <a:gd name="connsiteY4" fmla="*/ 0 h 6858000"/>
              <a:gd name="connsiteX0" fmla="*/ 0 w 8908610"/>
              <a:gd name="connsiteY0" fmla="*/ 0 h 6858000"/>
              <a:gd name="connsiteX1" fmla="*/ 4725909 w 8908610"/>
              <a:gd name="connsiteY1" fmla="*/ 0 h 6858000"/>
              <a:gd name="connsiteX2" fmla="*/ 8908610 w 8908610"/>
              <a:gd name="connsiteY2" fmla="*/ 6858000 h 6858000"/>
              <a:gd name="connsiteX3" fmla="*/ 0 w 8908610"/>
              <a:gd name="connsiteY3" fmla="*/ 6858000 h 6858000"/>
              <a:gd name="connsiteX4" fmla="*/ 0 w 8908610"/>
              <a:gd name="connsiteY4" fmla="*/ 0 h 6858000"/>
              <a:gd name="connsiteX0" fmla="*/ 0 w 8908610"/>
              <a:gd name="connsiteY0" fmla="*/ 0 h 6858000"/>
              <a:gd name="connsiteX1" fmla="*/ 4330673 w 8908610"/>
              <a:gd name="connsiteY1" fmla="*/ 0 h 6858000"/>
              <a:gd name="connsiteX2" fmla="*/ 8908610 w 8908610"/>
              <a:gd name="connsiteY2" fmla="*/ 6858000 h 6858000"/>
              <a:gd name="connsiteX3" fmla="*/ 0 w 8908610"/>
              <a:gd name="connsiteY3" fmla="*/ 6858000 h 6858000"/>
              <a:gd name="connsiteX4" fmla="*/ 0 w 890861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8610" h="6858000">
                <a:moveTo>
                  <a:pt x="0" y="0"/>
                </a:moveTo>
                <a:lnTo>
                  <a:pt x="4330673" y="0"/>
                </a:lnTo>
                <a:lnTo>
                  <a:pt x="890861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CE2D62-E2AE-47F3-ABF5-8042D266E6A6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618288" y="354013"/>
            <a:ext cx="5268912" cy="3463925"/>
          </a:xfrm>
          <a:prstGeom prst="rect">
            <a:avLst/>
          </a:prstGeom>
        </p:spPr>
        <p:txBody>
          <a:bodyPr/>
          <a:lstStyle>
            <a:lvl1pPr algn="r">
              <a:defRPr sz="2400"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0"/>
            <a:r>
              <a:rPr lang="en-US" dirty="0"/>
              <a:t>More text</a:t>
            </a:r>
          </a:p>
        </p:txBody>
      </p:sp>
    </p:spTree>
    <p:extLst>
      <p:ext uri="{BB962C8B-B14F-4D97-AF65-F5344CB8AC3E}">
        <p14:creationId xmlns:p14="http://schemas.microsoft.com/office/powerpoint/2010/main" val="3052960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Basic 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1">
            <a:extLst>
              <a:ext uri="{FF2B5EF4-FFF2-40B4-BE49-F238E27FC236}">
                <a16:creationId xmlns:a16="http://schemas.microsoft.com/office/drawing/2014/main" id="{9E3FED62-9B96-443B-8089-30050C02A3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9401" y="235925"/>
            <a:ext cx="11573197" cy="728144"/>
          </a:xfrm>
          <a:prstGeom prst="rect">
            <a:avLst/>
          </a:prstGeom>
        </p:spPr>
        <p:txBody>
          <a:bodyPr/>
          <a:lstStyle>
            <a:lvl1pPr>
              <a:defRPr lang="en-CA" sz="4400" b="0" kern="120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title</a:t>
            </a:r>
            <a:endParaRPr lang="en-CA" dirty="0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50048512-C935-48EA-86B5-C5A5174D25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9241" y="1235075"/>
            <a:ext cx="11573197" cy="546893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95259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F9074EBC-1F15-45F9-A91E-E5C4D64C818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67390" y="2672859"/>
            <a:ext cx="8924610" cy="29246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68FC2D2C-E288-4655-B149-7FDC6019F189}"/>
              </a:ext>
            </a:extLst>
          </p:cNvPr>
          <p:cNvSpPr/>
          <p:nvPr/>
        </p:nvSpPr>
        <p:spPr>
          <a:xfrm>
            <a:off x="1065125" y="615462"/>
            <a:ext cx="10061750" cy="5627077"/>
          </a:xfrm>
          <a:prstGeom prst="frame">
            <a:avLst>
              <a:gd name="adj1" fmla="val 125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8084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1DB724-9006-424E-A191-C08CB17EE2CA}"/>
              </a:ext>
            </a:extLst>
          </p:cNvPr>
          <p:cNvSpPr/>
          <p:nvPr/>
        </p:nvSpPr>
        <p:spPr>
          <a:xfrm>
            <a:off x="462336" y="315931"/>
            <a:ext cx="3113070" cy="622613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13FB2FD4-D355-49C8-B7E0-BC49131F2FEA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82645" y="553565"/>
            <a:ext cx="2672453" cy="2405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13153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CONTENTS LAYOUT_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-3" y="-1"/>
            <a:ext cx="12192003" cy="35550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그림 개체 틀 2"/>
          <p:cNvSpPr>
            <a:spLocks noGrp="1"/>
          </p:cNvSpPr>
          <p:nvPr>
            <p:ph type="pic" sz="quarter" idx="65" hasCustomPrompt="1"/>
          </p:nvPr>
        </p:nvSpPr>
        <p:spPr>
          <a:xfrm>
            <a:off x="5100846" y="1934706"/>
            <a:ext cx="2997472" cy="410718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3" name="그림 개체 틀 2"/>
          <p:cNvSpPr>
            <a:spLocks noGrp="1"/>
          </p:cNvSpPr>
          <p:nvPr>
            <p:ph type="pic" sz="quarter" idx="66" hasCustomPrompt="1"/>
          </p:nvPr>
        </p:nvSpPr>
        <p:spPr>
          <a:xfrm>
            <a:off x="8480425" y="1934706"/>
            <a:ext cx="2997472" cy="410718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F51F16FC-ECF9-4C12-8D72-49B470CFAA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833" y="328764"/>
            <a:ext cx="10037135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738866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095449" y="3660"/>
            <a:ext cx="3600000" cy="36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97585" y="3870000"/>
            <a:ext cx="3600000" cy="29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175449" y="3870000"/>
            <a:ext cx="2520000" cy="190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97585" y="1733388"/>
            <a:ext cx="2520000" cy="19422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9623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Images &amp;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원형: 비어 있음 1">
            <a:extLst>
              <a:ext uri="{FF2B5EF4-FFF2-40B4-BE49-F238E27FC236}">
                <a16:creationId xmlns:a16="http://schemas.microsoft.com/office/drawing/2014/main" id="{B7CABA81-0BBC-49FB-B863-E9687338898B}"/>
              </a:ext>
            </a:extLst>
          </p:cNvPr>
          <p:cNvSpPr/>
          <p:nvPr/>
        </p:nvSpPr>
        <p:spPr>
          <a:xfrm>
            <a:off x="6392164" y="1281975"/>
            <a:ext cx="4759542" cy="4759542"/>
          </a:xfrm>
          <a:prstGeom prst="donut">
            <a:avLst>
              <a:gd name="adj" fmla="val 185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586A9378-5329-4795-BD81-E4B63FD478E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030709" y="1366318"/>
            <a:ext cx="1822409" cy="2586876"/>
          </a:xfrm>
          <a:custGeom>
            <a:avLst/>
            <a:gdLst>
              <a:gd name="connsiteX0" fmla="*/ 863642 w 1822409"/>
              <a:gd name="connsiteY0" fmla="*/ 0 h 2586876"/>
              <a:gd name="connsiteX1" fmla="*/ 1706307 w 1822409"/>
              <a:gd name="connsiteY1" fmla="*/ 2577164 h 2586876"/>
              <a:gd name="connsiteX2" fmla="*/ 0 w 1822409"/>
              <a:gd name="connsiteY2" fmla="*/ 2586876 h 258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2409" h="2586876">
                <a:moveTo>
                  <a:pt x="863642" y="0"/>
                </a:moveTo>
                <a:cubicBezTo>
                  <a:pt x="1679882" y="581132"/>
                  <a:pt x="2021522" y="1626487"/>
                  <a:pt x="1706307" y="2577164"/>
                </a:cubicBezTo>
                <a:lnTo>
                  <a:pt x="0" y="258687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46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417FB495-1718-4B12-A0EC-D01DB876E6E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118317" y="932349"/>
            <a:ext cx="2719605" cy="2144179"/>
          </a:xfrm>
          <a:custGeom>
            <a:avLst/>
            <a:gdLst>
              <a:gd name="connsiteX0" fmla="*/ 1401769 w 2719605"/>
              <a:gd name="connsiteY0" fmla="*/ 1 h 2144179"/>
              <a:gd name="connsiteX1" fmla="*/ 2719605 w 2719605"/>
              <a:gd name="connsiteY1" fmla="*/ 421978 h 2144179"/>
              <a:gd name="connsiteX2" fmla="*/ 2144640 w 2719605"/>
              <a:gd name="connsiteY2" fmla="*/ 2144179 h 2144179"/>
              <a:gd name="connsiteX3" fmla="*/ 2136701 w 2719605"/>
              <a:gd name="connsiteY3" fmla="*/ 2144179 h 2144179"/>
              <a:gd name="connsiteX4" fmla="*/ 0 w 2719605"/>
              <a:gd name="connsiteY4" fmla="*/ 480476 h 2144179"/>
              <a:gd name="connsiteX5" fmla="*/ 1401769 w 2719605"/>
              <a:gd name="connsiteY5" fmla="*/ 1 h 2144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19605" h="2144179">
                <a:moveTo>
                  <a:pt x="1401769" y="1"/>
                </a:moveTo>
                <a:cubicBezTo>
                  <a:pt x="1863929" y="178"/>
                  <a:pt x="2326036" y="140289"/>
                  <a:pt x="2719605" y="421978"/>
                </a:cubicBezTo>
                <a:lnTo>
                  <a:pt x="2144640" y="2144179"/>
                </a:lnTo>
                <a:lnTo>
                  <a:pt x="2136701" y="2144179"/>
                </a:lnTo>
                <a:lnTo>
                  <a:pt x="0" y="480476"/>
                </a:lnTo>
                <a:cubicBezTo>
                  <a:pt x="412291" y="159962"/>
                  <a:pt x="907061" y="-188"/>
                  <a:pt x="1401769" y="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46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4FE3062D-0FB9-425A-A589-68F4CEA8D72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112013" y="4022252"/>
            <a:ext cx="2626805" cy="1570156"/>
          </a:xfrm>
          <a:custGeom>
            <a:avLst/>
            <a:gdLst>
              <a:gd name="connsiteX0" fmla="*/ 462339 w 2626805"/>
              <a:gd name="connsiteY0" fmla="*/ 1569148 h 1570156"/>
              <a:gd name="connsiteX1" fmla="*/ 483227 w 2626805"/>
              <a:gd name="connsiteY1" fmla="*/ 1569612 h 1570156"/>
              <a:gd name="connsiteX2" fmla="*/ 471294 w 2626805"/>
              <a:gd name="connsiteY2" fmla="*/ 1570156 h 1570156"/>
              <a:gd name="connsiteX3" fmla="*/ 462562 w 2626805"/>
              <a:gd name="connsiteY3" fmla="*/ 1569858 h 1570156"/>
              <a:gd name="connsiteX4" fmla="*/ 2626805 w 2626805"/>
              <a:gd name="connsiteY4" fmla="*/ 0 h 1570156"/>
              <a:gd name="connsiteX5" fmla="*/ 495284 w 2626805"/>
              <a:gd name="connsiteY5" fmla="*/ 1569062 h 1570156"/>
              <a:gd name="connsiteX6" fmla="*/ 0 w 2626805"/>
              <a:gd name="connsiteY6" fmla="*/ 14951 h 157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26805" h="1570156">
                <a:moveTo>
                  <a:pt x="462339" y="1569148"/>
                </a:moveTo>
                <a:lnTo>
                  <a:pt x="483227" y="1569612"/>
                </a:lnTo>
                <a:cubicBezTo>
                  <a:pt x="479254" y="1570099"/>
                  <a:pt x="475275" y="1570133"/>
                  <a:pt x="471294" y="1570156"/>
                </a:cubicBezTo>
                <a:lnTo>
                  <a:pt x="462562" y="1569858"/>
                </a:lnTo>
                <a:close/>
                <a:moveTo>
                  <a:pt x="2626805" y="0"/>
                </a:moveTo>
                <a:cubicBezTo>
                  <a:pt x="2323053" y="924730"/>
                  <a:pt x="1466758" y="1554229"/>
                  <a:pt x="495284" y="1569062"/>
                </a:cubicBezTo>
                <a:lnTo>
                  <a:pt x="0" y="149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46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C4C57A6F-87E6-418B-8AAD-B2B59AF316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92163" y="3145586"/>
            <a:ext cx="2195336" cy="2446823"/>
          </a:xfrm>
          <a:custGeom>
            <a:avLst/>
            <a:gdLst>
              <a:gd name="connsiteX0" fmla="*/ 1374390 w 2195336"/>
              <a:gd name="connsiteY0" fmla="*/ 0 h 2446823"/>
              <a:gd name="connsiteX1" fmla="*/ 2151590 w 2195336"/>
              <a:gd name="connsiteY1" fmla="*/ 2438716 h 2446823"/>
              <a:gd name="connsiteX2" fmla="*/ 2195126 w 2195336"/>
              <a:gd name="connsiteY2" fmla="*/ 2439683 h 2446823"/>
              <a:gd name="connsiteX3" fmla="*/ 2195336 w 2195336"/>
              <a:gd name="connsiteY3" fmla="*/ 2440337 h 2446823"/>
              <a:gd name="connsiteX4" fmla="*/ 2192990 w 2195336"/>
              <a:gd name="connsiteY4" fmla="*/ 2440444 h 2446823"/>
              <a:gd name="connsiteX5" fmla="*/ 2151693 w 2195336"/>
              <a:gd name="connsiteY5" fmla="*/ 2439035 h 2446823"/>
              <a:gd name="connsiteX6" fmla="*/ 2154077 w 2195336"/>
              <a:gd name="connsiteY6" fmla="*/ 2446517 h 2446823"/>
              <a:gd name="connsiteX7" fmla="*/ 0 w 2195336"/>
              <a:gd name="connsiteY7" fmla="*/ 1016322 h 2446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95336" h="2446823">
                <a:moveTo>
                  <a:pt x="1374390" y="0"/>
                </a:moveTo>
                <a:lnTo>
                  <a:pt x="2151590" y="2438716"/>
                </a:lnTo>
                <a:lnTo>
                  <a:pt x="2195126" y="2439683"/>
                </a:lnTo>
                <a:lnTo>
                  <a:pt x="2195336" y="2440337"/>
                </a:lnTo>
                <a:lnTo>
                  <a:pt x="2192990" y="2440444"/>
                </a:lnTo>
                <a:lnTo>
                  <a:pt x="2151693" y="2439035"/>
                </a:lnTo>
                <a:lnTo>
                  <a:pt x="2154077" y="2446517"/>
                </a:lnTo>
                <a:cubicBezTo>
                  <a:pt x="1203619" y="2462028"/>
                  <a:pt x="349619" y="1887845"/>
                  <a:pt x="0" y="101632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46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13892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C0AD03F6-15F2-4D54-8634-F2FD4B876D5D}"/>
              </a:ext>
            </a:extLst>
          </p:cNvPr>
          <p:cNvSpPr/>
          <p:nvPr/>
        </p:nvSpPr>
        <p:spPr>
          <a:xfrm>
            <a:off x="0" y="1894646"/>
            <a:ext cx="12191999" cy="30687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A60AF8CF-91F6-47AF-9506-4473DAA9AA6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472612" y="504855"/>
            <a:ext cx="6441943" cy="5959540"/>
          </a:xfrm>
          <a:custGeom>
            <a:avLst/>
            <a:gdLst>
              <a:gd name="connsiteX0" fmla="*/ 3930341 w 6441943"/>
              <a:gd name="connsiteY0" fmla="*/ 5551462 h 5959540"/>
              <a:gd name="connsiteX1" fmla="*/ 3930470 w 6441943"/>
              <a:gd name="connsiteY1" fmla="*/ 5553792 h 5959540"/>
              <a:gd name="connsiteX2" fmla="*/ 3930728 w 6441943"/>
              <a:gd name="connsiteY2" fmla="*/ 5581396 h 5959540"/>
              <a:gd name="connsiteX3" fmla="*/ 3101215 w 6441943"/>
              <a:gd name="connsiteY3" fmla="*/ 5522950 h 5959540"/>
              <a:gd name="connsiteX4" fmla="*/ 3096254 w 6441943"/>
              <a:gd name="connsiteY4" fmla="*/ 5540606 h 5959540"/>
              <a:gd name="connsiteX5" fmla="*/ 3100089 w 6441943"/>
              <a:gd name="connsiteY5" fmla="*/ 5529112 h 5959540"/>
              <a:gd name="connsiteX6" fmla="*/ 3179633 w 6441943"/>
              <a:gd name="connsiteY6" fmla="*/ 5436354 h 5959540"/>
              <a:gd name="connsiteX7" fmla="*/ 3179855 w 6441943"/>
              <a:gd name="connsiteY7" fmla="*/ 5457522 h 5959540"/>
              <a:gd name="connsiteX8" fmla="*/ 3179738 w 6441943"/>
              <a:gd name="connsiteY8" fmla="*/ 5446344 h 5959540"/>
              <a:gd name="connsiteX9" fmla="*/ 3798364 w 6441943"/>
              <a:gd name="connsiteY9" fmla="*/ 5116122 h 5959540"/>
              <a:gd name="connsiteX10" fmla="*/ 3835318 w 6441943"/>
              <a:gd name="connsiteY10" fmla="*/ 5181705 h 5959540"/>
              <a:gd name="connsiteX11" fmla="*/ 3838161 w 6441943"/>
              <a:gd name="connsiteY11" fmla="*/ 5187944 h 5959540"/>
              <a:gd name="connsiteX12" fmla="*/ 3772668 w 6441943"/>
              <a:gd name="connsiteY12" fmla="*/ 5021018 h 5959540"/>
              <a:gd name="connsiteX13" fmla="*/ 3772670 w 6441943"/>
              <a:gd name="connsiteY13" fmla="*/ 5021035 h 5959540"/>
              <a:gd name="connsiteX14" fmla="*/ 3772673 w 6441943"/>
              <a:gd name="connsiteY14" fmla="*/ 5021047 h 5959540"/>
              <a:gd name="connsiteX15" fmla="*/ 3772670 w 6441943"/>
              <a:gd name="connsiteY15" fmla="*/ 5021034 h 5959540"/>
              <a:gd name="connsiteX16" fmla="*/ 3761032 w 6441943"/>
              <a:gd name="connsiteY16" fmla="*/ 4843434 h 5959540"/>
              <a:gd name="connsiteX17" fmla="*/ 3760631 w 6441943"/>
              <a:gd name="connsiteY17" fmla="*/ 4854130 h 5959540"/>
              <a:gd name="connsiteX18" fmla="*/ 3761287 w 6441943"/>
              <a:gd name="connsiteY18" fmla="*/ 4871798 h 5959540"/>
              <a:gd name="connsiteX19" fmla="*/ 3384337 w 6441943"/>
              <a:gd name="connsiteY19" fmla="*/ 3767524 h 5959540"/>
              <a:gd name="connsiteX20" fmla="*/ 3346103 w 6441943"/>
              <a:gd name="connsiteY20" fmla="*/ 3782585 h 5959540"/>
              <a:gd name="connsiteX21" fmla="*/ 3160723 w 6441943"/>
              <a:gd name="connsiteY21" fmla="*/ 3891497 h 5959540"/>
              <a:gd name="connsiteX22" fmla="*/ 2789975 w 6441943"/>
              <a:gd name="connsiteY22" fmla="*/ 4375909 h 5959540"/>
              <a:gd name="connsiteX23" fmla="*/ 2780135 w 6441943"/>
              <a:gd name="connsiteY23" fmla="*/ 4386371 h 5959540"/>
              <a:gd name="connsiteX24" fmla="*/ 2777987 w 6441943"/>
              <a:gd name="connsiteY24" fmla="*/ 4376117 h 5959540"/>
              <a:gd name="connsiteX25" fmla="*/ 2780259 w 6441943"/>
              <a:gd name="connsiteY25" fmla="*/ 4386964 h 5959540"/>
              <a:gd name="connsiteX26" fmla="*/ 2813776 w 6441943"/>
              <a:gd name="connsiteY26" fmla="*/ 4528044 h 5959540"/>
              <a:gd name="connsiteX27" fmla="*/ 2780260 w 6441943"/>
              <a:gd name="connsiteY27" fmla="*/ 4386966 h 5959540"/>
              <a:gd name="connsiteX28" fmla="*/ 2780140 w 6441943"/>
              <a:gd name="connsiteY28" fmla="*/ 4386393 h 5959540"/>
              <a:gd name="connsiteX29" fmla="*/ 2780260 w 6441943"/>
              <a:gd name="connsiteY29" fmla="*/ 4386964 h 5959540"/>
              <a:gd name="connsiteX30" fmla="*/ 2827406 w 6441943"/>
              <a:gd name="connsiteY30" fmla="*/ 4585415 h 5959540"/>
              <a:gd name="connsiteX31" fmla="*/ 2980344 w 6441943"/>
              <a:gd name="connsiteY31" fmla="*/ 4916780 h 5959540"/>
              <a:gd name="connsiteX32" fmla="*/ 3179627 w 6441943"/>
              <a:gd name="connsiteY32" fmla="*/ 5435843 h 5959540"/>
              <a:gd name="connsiteX33" fmla="*/ 3179738 w 6441943"/>
              <a:gd name="connsiteY33" fmla="*/ 5446344 h 5959540"/>
              <a:gd name="connsiteX34" fmla="*/ 3179858 w 6441943"/>
              <a:gd name="connsiteY34" fmla="*/ 5457884 h 5959540"/>
              <a:gd name="connsiteX35" fmla="*/ 3177050 w 6441943"/>
              <a:gd name="connsiteY35" fmla="*/ 5492431 h 5959540"/>
              <a:gd name="connsiteX36" fmla="*/ 2859847 w 6441943"/>
              <a:gd name="connsiteY36" fmla="*/ 5869169 h 5959540"/>
              <a:gd name="connsiteX37" fmla="*/ 2850578 w 6441943"/>
              <a:gd name="connsiteY37" fmla="*/ 5871485 h 5959540"/>
              <a:gd name="connsiteX38" fmla="*/ 2723128 w 6441943"/>
              <a:gd name="connsiteY38" fmla="*/ 5887707 h 5959540"/>
              <a:gd name="connsiteX39" fmla="*/ 2723137 w 6441943"/>
              <a:gd name="connsiteY39" fmla="*/ 5887707 h 5959540"/>
              <a:gd name="connsiteX40" fmla="*/ 2730081 w 6441943"/>
              <a:gd name="connsiteY40" fmla="*/ 5887707 h 5959540"/>
              <a:gd name="connsiteX41" fmla="*/ 3527214 w 6441943"/>
              <a:gd name="connsiteY41" fmla="*/ 5883072 h 5959540"/>
              <a:gd name="connsiteX42" fmla="*/ 3860898 w 6441943"/>
              <a:gd name="connsiteY42" fmla="*/ 5593415 h 5959540"/>
              <a:gd name="connsiteX43" fmla="*/ 3861133 w 6441943"/>
              <a:gd name="connsiteY43" fmla="*/ 5581911 h 5959540"/>
              <a:gd name="connsiteX44" fmla="*/ 3861133 w 6441943"/>
              <a:gd name="connsiteY44" fmla="*/ 5581912 h 5959540"/>
              <a:gd name="connsiteX45" fmla="*/ 3861134 w 6441943"/>
              <a:gd name="connsiteY45" fmla="*/ 5581911 h 5959540"/>
              <a:gd name="connsiteX46" fmla="*/ 3738082 w 6441943"/>
              <a:gd name="connsiteY46" fmla="*/ 5153139 h 5959540"/>
              <a:gd name="connsiteX47" fmla="*/ 3732433 w 6441943"/>
              <a:gd name="connsiteY47" fmla="*/ 5140760 h 5959540"/>
              <a:gd name="connsiteX48" fmla="*/ 3732384 w 6441943"/>
              <a:gd name="connsiteY48" fmla="*/ 5140652 h 5959540"/>
              <a:gd name="connsiteX49" fmla="*/ 3731127 w 6441943"/>
              <a:gd name="connsiteY49" fmla="*/ 5137087 h 5959540"/>
              <a:gd name="connsiteX50" fmla="*/ 3731128 w 6441943"/>
              <a:gd name="connsiteY50" fmla="*/ 5137089 h 5959540"/>
              <a:gd name="connsiteX51" fmla="*/ 3721174 w 6441943"/>
              <a:gd name="connsiteY51" fmla="*/ 5108858 h 5959540"/>
              <a:gd name="connsiteX52" fmla="*/ 3720583 w 6441943"/>
              <a:gd name="connsiteY52" fmla="*/ 5106469 h 5959540"/>
              <a:gd name="connsiteX53" fmla="*/ 3720154 w 6441943"/>
              <a:gd name="connsiteY53" fmla="*/ 5104735 h 5959540"/>
              <a:gd name="connsiteX54" fmla="*/ 3720155 w 6441943"/>
              <a:gd name="connsiteY54" fmla="*/ 5104739 h 5959540"/>
              <a:gd name="connsiteX55" fmla="*/ 3708063 w 6441943"/>
              <a:gd name="connsiteY55" fmla="*/ 5055829 h 5959540"/>
              <a:gd name="connsiteX56" fmla="*/ 3696662 w 6441943"/>
              <a:gd name="connsiteY56" fmla="*/ 4979636 h 5959540"/>
              <a:gd name="connsiteX57" fmla="*/ 3691720 w 6441943"/>
              <a:gd name="connsiteY57" fmla="*/ 4897282 h 5959540"/>
              <a:gd name="connsiteX58" fmla="*/ 3691720 w 6441943"/>
              <a:gd name="connsiteY58" fmla="*/ 4897290 h 5959540"/>
              <a:gd name="connsiteX59" fmla="*/ 3691169 w 6441943"/>
              <a:gd name="connsiteY59" fmla="*/ 4888099 h 5959540"/>
              <a:gd name="connsiteX60" fmla="*/ 3690584 w 6441943"/>
              <a:gd name="connsiteY60" fmla="*/ 4878351 h 5959540"/>
              <a:gd name="connsiteX61" fmla="*/ 3693440 w 6441943"/>
              <a:gd name="connsiteY61" fmla="*/ 4750059 h 5959540"/>
              <a:gd name="connsiteX62" fmla="*/ 3693439 w 6441943"/>
              <a:gd name="connsiteY62" fmla="*/ 4750071 h 5959540"/>
              <a:gd name="connsiteX63" fmla="*/ 3693440 w 6441943"/>
              <a:gd name="connsiteY63" fmla="*/ 4750058 h 5959540"/>
              <a:gd name="connsiteX64" fmla="*/ 3693440 w 6441943"/>
              <a:gd name="connsiteY64" fmla="*/ 4750048 h 5959540"/>
              <a:gd name="connsiteX65" fmla="*/ 3740401 w 6441943"/>
              <a:gd name="connsiteY65" fmla="*/ 4404670 h 5959540"/>
              <a:gd name="connsiteX66" fmla="*/ 3740571 w 6441943"/>
              <a:gd name="connsiteY66" fmla="*/ 4404435 h 5959540"/>
              <a:gd name="connsiteX67" fmla="*/ 3706071 w 6441943"/>
              <a:gd name="connsiteY67" fmla="*/ 4362586 h 5959540"/>
              <a:gd name="connsiteX68" fmla="*/ 3422570 w 6441943"/>
              <a:gd name="connsiteY68" fmla="*/ 3821979 h 5959540"/>
              <a:gd name="connsiteX69" fmla="*/ 3384337 w 6441943"/>
              <a:gd name="connsiteY69" fmla="*/ 3767524 h 5959540"/>
              <a:gd name="connsiteX70" fmla="*/ 2542383 w 6441943"/>
              <a:gd name="connsiteY70" fmla="*/ 3241413 h 5959540"/>
              <a:gd name="connsiteX71" fmla="*/ 2512260 w 6441943"/>
              <a:gd name="connsiteY71" fmla="*/ 3280805 h 5959540"/>
              <a:gd name="connsiteX72" fmla="*/ 2712294 w 6441943"/>
              <a:gd name="connsiteY72" fmla="*/ 4403775 h 5959540"/>
              <a:gd name="connsiteX73" fmla="*/ 2720978 w 6441943"/>
              <a:gd name="connsiteY73" fmla="*/ 4440058 h 5959540"/>
              <a:gd name="connsiteX74" fmla="*/ 2776921 w 6441943"/>
              <a:gd name="connsiteY74" fmla="*/ 4371033 h 5959540"/>
              <a:gd name="connsiteX75" fmla="*/ 2735259 w 6441943"/>
              <a:gd name="connsiteY75" fmla="*/ 4172222 h 5959540"/>
              <a:gd name="connsiteX76" fmla="*/ 2581778 w 6441943"/>
              <a:gd name="connsiteY76" fmla="*/ 3271536 h 5959540"/>
              <a:gd name="connsiteX77" fmla="*/ 2542383 w 6441943"/>
              <a:gd name="connsiteY77" fmla="*/ 3241413 h 5959540"/>
              <a:gd name="connsiteX78" fmla="*/ 2168787 w 6441943"/>
              <a:gd name="connsiteY78" fmla="*/ 3080089 h 5959540"/>
              <a:gd name="connsiteX79" fmla="*/ 2101741 w 6441943"/>
              <a:gd name="connsiteY79" fmla="*/ 3124488 h 5959540"/>
              <a:gd name="connsiteX80" fmla="*/ 1992831 w 6441943"/>
              <a:gd name="connsiteY80" fmla="*/ 3386337 h 5959540"/>
              <a:gd name="connsiteX81" fmla="*/ 1819037 w 6441943"/>
              <a:gd name="connsiteY81" fmla="*/ 3520738 h 5959540"/>
              <a:gd name="connsiteX82" fmla="*/ 1814402 w 6441943"/>
              <a:gd name="connsiteY82" fmla="*/ 3652819 h 5959540"/>
              <a:gd name="connsiteX83" fmla="*/ 1888554 w 6441943"/>
              <a:gd name="connsiteY83" fmla="*/ 3669041 h 5959540"/>
              <a:gd name="connsiteX84" fmla="*/ 1939533 w 6441943"/>
              <a:gd name="connsiteY84" fmla="*/ 3722337 h 5959540"/>
              <a:gd name="connsiteX85" fmla="*/ 2009051 w 6441943"/>
              <a:gd name="connsiteY85" fmla="*/ 3710752 h 5959540"/>
              <a:gd name="connsiteX86" fmla="*/ 2108693 w 6441943"/>
              <a:gd name="connsiteY86" fmla="*/ 3622696 h 5959540"/>
              <a:gd name="connsiteX87" fmla="*/ 2166623 w 6441943"/>
              <a:gd name="connsiteY87" fmla="*/ 3564764 h 5959540"/>
              <a:gd name="connsiteX88" fmla="*/ 2217603 w 6441943"/>
              <a:gd name="connsiteY88" fmla="*/ 3476709 h 5959540"/>
              <a:gd name="connsiteX89" fmla="*/ 2419204 w 6441943"/>
              <a:gd name="connsiteY89" fmla="*/ 3326089 h 5959540"/>
              <a:gd name="connsiteX90" fmla="*/ 2210652 w 6441943"/>
              <a:gd name="connsiteY90" fmla="*/ 3112903 h 5959540"/>
              <a:gd name="connsiteX91" fmla="*/ 2168787 w 6441943"/>
              <a:gd name="connsiteY91" fmla="*/ 3080089 h 5959540"/>
              <a:gd name="connsiteX92" fmla="*/ 4736448 w 6441943"/>
              <a:gd name="connsiteY92" fmla="*/ 2146033 h 5959540"/>
              <a:gd name="connsiteX93" fmla="*/ 4759619 w 6441943"/>
              <a:gd name="connsiteY93" fmla="*/ 2155880 h 5959540"/>
              <a:gd name="connsiteX94" fmla="*/ 4766572 w 6441943"/>
              <a:gd name="connsiteY94" fmla="*/ 2255523 h 5959540"/>
              <a:gd name="connsiteX95" fmla="*/ 4422563 w 6441943"/>
              <a:gd name="connsiteY95" fmla="*/ 2763414 h 5959540"/>
              <a:gd name="connsiteX96" fmla="*/ 4399870 w 6441943"/>
              <a:gd name="connsiteY96" fmla="*/ 2748805 h 5959540"/>
              <a:gd name="connsiteX97" fmla="*/ 4361056 w 6441943"/>
              <a:gd name="connsiteY97" fmla="*/ 2693480 h 5959540"/>
              <a:gd name="connsiteX98" fmla="*/ 4298489 w 6441943"/>
              <a:gd name="connsiteY98" fmla="*/ 2605425 h 5959540"/>
              <a:gd name="connsiteX99" fmla="*/ 4236902 w 6441943"/>
              <a:gd name="connsiteY99" fmla="*/ 2622045 h 5959540"/>
              <a:gd name="connsiteX100" fmla="*/ 4205003 w 6441943"/>
              <a:gd name="connsiteY100" fmla="*/ 2639946 h 5959540"/>
              <a:gd name="connsiteX101" fmla="*/ 4213619 w 6441943"/>
              <a:gd name="connsiteY101" fmla="*/ 2615853 h 5959540"/>
              <a:gd name="connsiteX102" fmla="*/ 4233606 w 6441943"/>
              <a:gd name="connsiteY102" fmla="*/ 2591522 h 5959540"/>
              <a:gd name="connsiteX103" fmla="*/ 4678517 w 6441943"/>
              <a:gd name="connsiteY103" fmla="*/ 2167467 h 5959540"/>
              <a:gd name="connsiteX104" fmla="*/ 4736448 w 6441943"/>
              <a:gd name="connsiteY104" fmla="*/ 2146033 h 5959540"/>
              <a:gd name="connsiteX105" fmla="*/ 2679023 w 6441943"/>
              <a:gd name="connsiteY105" fmla="*/ 1316748 h 5959540"/>
              <a:gd name="connsiteX106" fmla="*/ 2660196 w 6441943"/>
              <a:gd name="connsiteY106" fmla="*/ 1335577 h 5959540"/>
              <a:gd name="connsiteX107" fmla="*/ 2599948 w 6441943"/>
              <a:gd name="connsiteY107" fmla="*/ 1592789 h 5959540"/>
              <a:gd name="connsiteX108" fmla="*/ 2727395 w 6441943"/>
              <a:gd name="connsiteY108" fmla="*/ 1942694 h 5959540"/>
              <a:gd name="connsiteX109" fmla="*/ 2796913 w 6441943"/>
              <a:gd name="connsiteY109" fmla="*/ 2220763 h 5959540"/>
              <a:gd name="connsiteX110" fmla="*/ 2831673 w 6441943"/>
              <a:gd name="connsiteY110" fmla="*/ 2255521 h 5959540"/>
              <a:gd name="connsiteX111" fmla="*/ 2866430 w 6441943"/>
              <a:gd name="connsiteY111" fmla="*/ 2223079 h 5959540"/>
              <a:gd name="connsiteX112" fmla="*/ 2787644 w 6441943"/>
              <a:gd name="connsiteY112" fmla="*/ 1905618 h 5959540"/>
              <a:gd name="connsiteX113" fmla="*/ 2669465 w 6441943"/>
              <a:gd name="connsiteY113" fmla="*/ 1588155 h 5959540"/>
              <a:gd name="connsiteX114" fmla="*/ 2725077 w 6441943"/>
              <a:gd name="connsiteY114" fmla="*/ 1363383 h 5959540"/>
              <a:gd name="connsiteX115" fmla="*/ 2706541 w 6441943"/>
              <a:gd name="connsiteY115" fmla="*/ 1317039 h 5959540"/>
              <a:gd name="connsiteX116" fmla="*/ 2679023 w 6441943"/>
              <a:gd name="connsiteY116" fmla="*/ 1316748 h 5959540"/>
              <a:gd name="connsiteX117" fmla="*/ 3661900 w 6441943"/>
              <a:gd name="connsiteY117" fmla="*/ 43514 h 5959540"/>
              <a:gd name="connsiteX118" fmla="*/ 3700637 w 6441943"/>
              <a:gd name="connsiteY118" fmla="*/ 51823 h 5959540"/>
              <a:gd name="connsiteX119" fmla="*/ 3967122 w 6441943"/>
              <a:gd name="connsiteY119" fmla="*/ 290498 h 5959540"/>
              <a:gd name="connsiteX120" fmla="*/ 3955534 w 6441943"/>
              <a:gd name="connsiteY120" fmla="*/ 436486 h 5959540"/>
              <a:gd name="connsiteX121" fmla="*/ 3917409 w 6441943"/>
              <a:gd name="connsiteY121" fmla="*/ 423225 h 5959540"/>
              <a:gd name="connsiteX122" fmla="*/ 3915737 w 6441943"/>
              <a:gd name="connsiteY122" fmla="*/ 421250 h 5959540"/>
              <a:gd name="connsiteX123" fmla="*/ 3559208 w 6441943"/>
              <a:gd name="connsiteY123" fmla="*/ 129965 h 5959540"/>
              <a:gd name="connsiteX124" fmla="*/ 3496142 w 6441943"/>
              <a:gd name="connsiteY124" fmla="*/ 100266 h 5959540"/>
              <a:gd name="connsiteX125" fmla="*/ 3547157 w 6441943"/>
              <a:gd name="connsiteY125" fmla="*/ 71375 h 5959540"/>
              <a:gd name="connsiteX126" fmla="*/ 3661900 w 6441943"/>
              <a:gd name="connsiteY126" fmla="*/ 43514 h 5959540"/>
              <a:gd name="connsiteX127" fmla="*/ 3052075 w 6441943"/>
              <a:gd name="connsiteY127" fmla="*/ 570 h 5959540"/>
              <a:gd name="connsiteX128" fmla="*/ 3058764 w 6441943"/>
              <a:gd name="connsiteY128" fmla="*/ 841 h 5959540"/>
              <a:gd name="connsiteX129" fmla="*/ 3410334 w 6441943"/>
              <a:gd name="connsiteY129" fmla="*/ 59859 h 5959540"/>
              <a:gd name="connsiteX130" fmla="*/ 3496142 w 6441943"/>
              <a:gd name="connsiteY130" fmla="*/ 100266 h 5959540"/>
              <a:gd name="connsiteX131" fmla="*/ 3492399 w 6441943"/>
              <a:gd name="connsiteY131" fmla="*/ 102386 h 5959540"/>
              <a:gd name="connsiteX132" fmla="*/ 3429521 w 6441943"/>
              <a:gd name="connsiteY132" fmla="*/ 149148 h 5959540"/>
              <a:gd name="connsiteX133" fmla="*/ 3290487 w 6441943"/>
              <a:gd name="connsiteY133" fmla="*/ 283548 h 5959540"/>
              <a:gd name="connsiteX134" fmla="*/ 3306706 w 6441943"/>
              <a:gd name="connsiteY134" fmla="*/ 325258 h 5959540"/>
              <a:gd name="connsiteX135" fmla="*/ 3302072 w 6441943"/>
              <a:gd name="connsiteY135" fmla="*/ 366969 h 5959540"/>
              <a:gd name="connsiteX136" fmla="*/ 3248776 w 6441943"/>
              <a:gd name="connsiteY136" fmla="*/ 441121 h 5959540"/>
              <a:gd name="connsiteX137" fmla="*/ 3202431 w 6441943"/>
              <a:gd name="connsiteY137" fmla="*/ 448071 h 5959540"/>
              <a:gd name="connsiteX138" fmla="*/ 3163037 w 6441943"/>
              <a:gd name="connsiteY138" fmla="*/ 420264 h 5959540"/>
              <a:gd name="connsiteX139" fmla="*/ 3112058 w 6441943"/>
              <a:gd name="connsiteY139" fmla="*/ 431852 h 5959540"/>
              <a:gd name="connsiteX140" fmla="*/ 3024002 w 6441943"/>
              <a:gd name="connsiteY140" fmla="*/ 554664 h 5959540"/>
              <a:gd name="connsiteX141" fmla="*/ 2961438 w 6441943"/>
              <a:gd name="connsiteY141" fmla="*/ 594059 h 5959540"/>
              <a:gd name="connsiteX142" fmla="*/ 2609215 w 6441943"/>
              <a:gd name="connsiteY142" fmla="*/ 992625 h 5959540"/>
              <a:gd name="connsiteX143" fmla="*/ 2928997 w 6441943"/>
              <a:gd name="connsiteY143" fmla="*/ 1321673 h 5959540"/>
              <a:gd name="connsiteX144" fmla="*/ 3315975 w 6441943"/>
              <a:gd name="connsiteY144" fmla="*/ 992625 h 5959540"/>
              <a:gd name="connsiteX145" fmla="*/ 3253411 w 6441943"/>
              <a:gd name="connsiteY145" fmla="*/ 749313 h 5959540"/>
              <a:gd name="connsiteX146" fmla="*/ 3248776 w 6441943"/>
              <a:gd name="connsiteY146" fmla="*/ 698333 h 5959540"/>
              <a:gd name="connsiteX147" fmla="*/ 3334513 w 6441943"/>
              <a:gd name="connsiteY147" fmla="*/ 605644 h 5959540"/>
              <a:gd name="connsiteX148" fmla="*/ 3334513 w 6441943"/>
              <a:gd name="connsiteY148" fmla="*/ 559299 h 5959540"/>
              <a:gd name="connsiteX149" fmla="*/ 3304390 w 6441943"/>
              <a:gd name="connsiteY149" fmla="*/ 519907 h 5959540"/>
              <a:gd name="connsiteX150" fmla="*/ 3373907 w 6441943"/>
              <a:gd name="connsiteY150" fmla="*/ 434168 h 5959540"/>
              <a:gd name="connsiteX151" fmla="*/ 3415618 w 6441943"/>
              <a:gd name="connsiteY151" fmla="*/ 415630 h 5959540"/>
              <a:gd name="connsiteX152" fmla="*/ 3457328 w 6441943"/>
              <a:gd name="connsiteY152" fmla="*/ 445755 h 5959540"/>
              <a:gd name="connsiteX153" fmla="*/ 3508307 w 6441943"/>
              <a:gd name="connsiteY153" fmla="*/ 417948 h 5959540"/>
              <a:gd name="connsiteX154" fmla="*/ 3744666 w 6441943"/>
              <a:gd name="connsiteY154" fmla="*/ 271960 h 5959540"/>
              <a:gd name="connsiteX155" fmla="*/ 3902239 w 6441943"/>
              <a:gd name="connsiteY155" fmla="*/ 417948 h 5959540"/>
              <a:gd name="connsiteX156" fmla="*/ 3917409 w 6441943"/>
              <a:gd name="connsiteY156" fmla="*/ 423225 h 5959540"/>
              <a:gd name="connsiteX157" fmla="*/ 3928155 w 6441943"/>
              <a:gd name="connsiteY157" fmla="*/ 435919 h 5959540"/>
              <a:gd name="connsiteX158" fmla="*/ 3932365 w 6441943"/>
              <a:gd name="connsiteY158" fmla="*/ 441118 h 5959540"/>
              <a:gd name="connsiteX159" fmla="*/ 4226656 w 6441943"/>
              <a:gd name="connsiteY159" fmla="*/ 772485 h 5959540"/>
              <a:gd name="connsiteX160" fmla="*/ 4307758 w 6441943"/>
              <a:gd name="connsiteY160" fmla="*/ 1043602 h 5959540"/>
              <a:gd name="connsiteX161" fmla="*/ 4284586 w 6441943"/>
              <a:gd name="connsiteY161" fmla="*/ 1326305 h 5959540"/>
              <a:gd name="connsiteX162" fmla="*/ 4238241 w 6441943"/>
              <a:gd name="connsiteY162" fmla="*/ 1133975 h 5959540"/>
              <a:gd name="connsiteX163" fmla="*/ 4164089 w 6441943"/>
              <a:gd name="connsiteY163" fmla="*/ 1326305 h 5959540"/>
              <a:gd name="connsiteX164" fmla="*/ 4113110 w 6441943"/>
              <a:gd name="connsiteY164" fmla="*/ 1226665 h 5959540"/>
              <a:gd name="connsiteX165" fmla="*/ 4055180 w 6441943"/>
              <a:gd name="connsiteY165" fmla="*/ 1388872 h 5959540"/>
              <a:gd name="connsiteX166" fmla="*/ 4038958 w 6441943"/>
              <a:gd name="connsiteY166" fmla="*/ 1300817 h 5959540"/>
              <a:gd name="connsiteX167" fmla="*/ 3779426 w 6441943"/>
              <a:gd name="connsiteY167" fmla="*/ 1574252 h 5959540"/>
              <a:gd name="connsiteX168" fmla="*/ 3682102 w 6441943"/>
              <a:gd name="connsiteY168" fmla="*/ 1655354 h 5959540"/>
              <a:gd name="connsiteX169" fmla="*/ 3665882 w 6441943"/>
              <a:gd name="connsiteY169" fmla="*/ 1921839 h 5959540"/>
              <a:gd name="connsiteX170" fmla="*/ 3626488 w 6441943"/>
              <a:gd name="connsiteY170" fmla="*/ 1991356 h 5959540"/>
              <a:gd name="connsiteX171" fmla="*/ 3515260 w 6441943"/>
              <a:gd name="connsiteY171" fmla="*/ 2002941 h 5959540"/>
              <a:gd name="connsiteX172" fmla="*/ 3487453 w 6441943"/>
              <a:gd name="connsiteY172" fmla="*/ 2077093 h 5959540"/>
              <a:gd name="connsiteX173" fmla="*/ 3417936 w 6441943"/>
              <a:gd name="connsiteY173" fmla="*/ 2088680 h 5959540"/>
              <a:gd name="connsiteX174" fmla="*/ 3387813 w 6441943"/>
              <a:gd name="connsiteY174" fmla="*/ 2146610 h 5959540"/>
              <a:gd name="connsiteX175" fmla="*/ 3306708 w 6441943"/>
              <a:gd name="connsiteY175" fmla="*/ 2141976 h 5959540"/>
              <a:gd name="connsiteX176" fmla="*/ 3288170 w 6441943"/>
              <a:gd name="connsiteY176" fmla="*/ 2211493 h 5959540"/>
              <a:gd name="connsiteX177" fmla="*/ 3144501 w 6441943"/>
              <a:gd name="connsiteY177" fmla="*/ 2223080 h 5959540"/>
              <a:gd name="connsiteX178" fmla="*/ 3051811 w 6441943"/>
              <a:gd name="connsiteY178" fmla="*/ 2169783 h 5959540"/>
              <a:gd name="connsiteX179" fmla="*/ 2959121 w 6441943"/>
              <a:gd name="connsiteY179" fmla="*/ 2313452 h 5959540"/>
              <a:gd name="connsiteX180" fmla="*/ 3040226 w 6441943"/>
              <a:gd name="connsiteY180" fmla="*/ 2445536 h 5959540"/>
              <a:gd name="connsiteX181" fmla="*/ 3241825 w 6441943"/>
              <a:gd name="connsiteY181" fmla="*/ 2614694 h 5959540"/>
              <a:gd name="connsiteX182" fmla="*/ 3276585 w 6441943"/>
              <a:gd name="connsiteY182" fmla="*/ 2656404 h 5959540"/>
              <a:gd name="connsiteX183" fmla="*/ 3531482 w 6441943"/>
              <a:gd name="connsiteY183" fmla="*/ 2563714 h 5959540"/>
              <a:gd name="connsiteX184" fmla="*/ 3967124 w 6441943"/>
              <a:gd name="connsiteY184" fmla="*/ 2869591 h 5959540"/>
              <a:gd name="connsiteX185" fmla="*/ 4006516 w 6441943"/>
              <a:gd name="connsiteY185" fmla="*/ 2869591 h 5959540"/>
              <a:gd name="connsiteX186" fmla="*/ 4175677 w 6441943"/>
              <a:gd name="connsiteY186" fmla="*/ 2656404 h 5959540"/>
              <a:gd name="connsiteX187" fmla="*/ 4205003 w 6441943"/>
              <a:gd name="connsiteY187" fmla="*/ 2639946 h 5959540"/>
              <a:gd name="connsiteX188" fmla="*/ 4201345 w 6441943"/>
              <a:gd name="connsiteY188" fmla="*/ 2650177 h 5959540"/>
              <a:gd name="connsiteX189" fmla="*/ 4198846 w 6441943"/>
              <a:gd name="connsiteY189" fmla="*/ 2702749 h 5959540"/>
              <a:gd name="connsiteX190" fmla="*/ 4187261 w 6441943"/>
              <a:gd name="connsiteY190" fmla="*/ 2848737 h 5959540"/>
              <a:gd name="connsiteX191" fmla="*/ 4082983 w 6441943"/>
              <a:gd name="connsiteY191" fmla="*/ 2969234 h 5959540"/>
              <a:gd name="connsiteX192" fmla="*/ 4078349 w 6441943"/>
              <a:gd name="connsiteY192" fmla="*/ 3092046 h 5959540"/>
              <a:gd name="connsiteX193" fmla="*/ 4117743 w 6441943"/>
              <a:gd name="connsiteY193" fmla="*/ 3138391 h 5959540"/>
              <a:gd name="connsiteX194" fmla="*/ 4226653 w 6441943"/>
              <a:gd name="connsiteY194" fmla="*/ 3052654 h 5959540"/>
              <a:gd name="connsiteX195" fmla="*/ 4422563 w 6441943"/>
              <a:gd name="connsiteY195" fmla="*/ 2763414 h 5959540"/>
              <a:gd name="connsiteX196" fmla="*/ 4428835 w 6441943"/>
              <a:gd name="connsiteY196" fmla="*/ 2767452 h 5959540"/>
              <a:gd name="connsiteX197" fmla="*/ 4442159 w 6441943"/>
              <a:gd name="connsiteY197" fmla="*/ 2774585 h 5959540"/>
              <a:gd name="connsiteX198" fmla="*/ 4446793 w 6441943"/>
              <a:gd name="connsiteY198" fmla="*/ 2874225 h 5959540"/>
              <a:gd name="connsiteX199" fmla="*/ 4463015 w 6441943"/>
              <a:gd name="connsiteY199" fmla="*/ 2950695 h 5959540"/>
              <a:gd name="connsiteX200" fmla="*/ 4493138 w 6441943"/>
              <a:gd name="connsiteY200" fmla="*/ 3036432 h 5959540"/>
              <a:gd name="connsiteX201" fmla="*/ 4428255 w 6441943"/>
              <a:gd name="connsiteY201" fmla="*/ 3145344 h 5959540"/>
              <a:gd name="connsiteX202" fmla="*/ 4312393 w 6441943"/>
              <a:gd name="connsiteY202" fmla="*/ 3307551 h 5959540"/>
              <a:gd name="connsiteX203" fmla="*/ 4887070 w 6441943"/>
              <a:gd name="connsiteY203" fmla="*/ 3949429 h 5959540"/>
              <a:gd name="connsiteX204" fmla="*/ 4914877 w 6441943"/>
              <a:gd name="connsiteY204" fmla="*/ 4141759 h 5959540"/>
              <a:gd name="connsiteX205" fmla="*/ 4845359 w 6441943"/>
              <a:gd name="connsiteY205" fmla="*/ 4598258 h 5959540"/>
              <a:gd name="connsiteX206" fmla="*/ 5095622 w 6441943"/>
              <a:gd name="connsiteY206" fmla="*/ 4938892 h 5959540"/>
              <a:gd name="connsiteX207" fmla="*/ 5230022 w 6441943"/>
              <a:gd name="connsiteY207" fmla="*/ 4874009 h 5959540"/>
              <a:gd name="connsiteX208" fmla="*/ 5408451 w 6441943"/>
              <a:gd name="connsiteY208" fmla="*/ 4890228 h 5959540"/>
              <a:gd name="connsiteX209" fmla="*/ 5658714 w 6441943"/>
              <a:gd name="connsiteY209" fmla="*/ 4836933 h 5959540"/>
              <a:gd name="connsiteX210" fmla="*/ 5793114 w 6441943"/>
              <a:gd name="connsiteY210" fmla="*/ 4853155 h 5959540"/>
              <a:gd name="connsiteX211" fmla="*/ 5742135 w 6441943"/>
              <a:gd name="connsiteY211" fmla="*/ 4992190 h 5959540"/>
              <a:gd name="connsiteX212" fmla="*/ 5943734 w 6441943"/>
              <a:gd name="connsiteY212" fmla="*/ 4938892 h 5959540"/>
              <a:gd name="connsiteX213" fmla="*/ 6249610 w 6441943"/>
              <a:gd name="connsiteY213" fmla="*/ 4834614 h 5959540"/>
              <a:gd name="connsiteX214" fmla="*/ 6358521 w 6441943"/>
              <a:gd name="connsiteY214" fmla="*/ 4920354 h 5959540"/>
              <a:gd name="connsiteX215" fmla="*/ 6377059 w 6441943"/>
              <a:gd name="connsiteY215" fmla="*/ 4927304 h 5959540"/>
              <a:gd name="connsiteX216" fmla="*/ 6388645 w 6441943"/>
              <a:gd name="connsiteY216" fmla="*/ 4943526 h 5959540"/>
              <a:gd name="connsiteX217" fmla="*/ 6381694 w 6441943"/>
              <a:gd name="connsiteY217" fmla="*/ 4982918 h 5959540"/>
              <a:gd name="connsiteX218" fmla="*/ 6416451 w 6441943"/>
              <a:gd name="connsiteY218" fmla="*/ 5001456 h 5959540"/>
              <a:gd name="connsiteX219" fmla="*/ 6428039 w 6441943"/>
              <a:gd name="connsiteY219" fmla="*/ 5019994 h 5959540"/>
              <a:gd name="connsiteX220" fmla="*/ 6416451 w 6441943"/>
              <a:gd name="connsiteY220" fmla="*/ 5077926 h 5959540"/>
              <a:gd name="connsiteX221" fmla="*/ 6428039 w 6441943"/>
              <a:gd name="connsiteY221" fmla="*/ 5105733 h 5959540"/>
              <a:gd name="connsiteX222" fmla="*/ 6441943 w 6441943"/>
              <a:gd name="connsiteY222" fmla="*/ 5168298 h 5959540"/>
              <a:gd name="connsiteX223" fmla="*/ 6423405 w 6441943"/>
              <a:gd name="connsiteY223" fmla="*/ 5198423 h 5959540"/>
              <a:gd name="connsiteX224" fmla="*/ 6423405 w 6441943"/>
              <a:gd name="connsiteY224" fmla="*/ 5240133 h 5959540"/>
              <a:gd name="connsiteX225" fmla="*/ 6381694 w 6441943"/>
              <a:gd name="connsiteY225" fmla="*/ 5267940 h 5959540"/>
              <a:gd name="connsiteX226" fmla="*/ 6177777 w 6441943"/>
              <a:gd name="connsiteY226" fmla="*/ 5402341 h 5959540"/>
              <a:gd name="connsiteX227" fmla="*/ 5906658 w 6441943"/>
              <a:gd name="connsiteY227" fmla="*/ 5536741 h 5959540"/>
              <a:gd name="connsiteX228" fmla="*/ 5408451 w 6441943"/>
              <a:gd name="connsiteY228" fmla="*/ 5733708 h 5959540"/>
              <a:gd name="connsiteX229" fmla="*/ 5079402 w 6441943"/>
              <a:gd name="connsiteY229" fmla="*/ 5895915 h 5959540"/>
              <a:gd name="connsiteX230" fmla="*/ 4870850 w 6441943"/>
              <a:gd name="connsiteY230" fmla="*/ 5694314 h 5959540"/>
              <a:gd name="connsiteX231" fmla="*/ 4748035 w 6441943"/>
              <a:gd name="connsiteY231" fmla="*/ 5620162 h 5959540"/>
              <a:gd name="connsiteX232" fmla="*/ 4666933 w 6441943"/>
              <a:gd name="connsiteY232" fmla="*/ 5701264 h 5959540"/>
              <a:gd name="connsiteX233" fmla="*/ 4372641 w 6441943"/>
              <a:gd name="connsiteY233" fmla="*/ 5752243 h 5959540"/>
              <a:gd name="connsiteX234" fmla="*/ 4284586 w 6441943"/>
              <a:gd name="connsiteY234" fmla="*/ 5381484 h 5959540"/>
              <a:gd name="connsiteX235" fmla="*/ 3913827 w 6441943"/>
              <a:gd name="connsiteY235" fmla="*/ 4582036 h 5959540"/>
              <a:gd name="connsiteX236" fmla="*/ 3803568 w 6441943"/>
              <a:gd name="connsiteY236" fmla="*/ 4480852 h 5959540"/>
              <a:gd name="connsiteX237" fmla="*/ 3800007 w 6441943"/>
              <a:gd name="connsiteY237" fmla="*/ 4476532 h 5959540"/>
              <a:gd name="connsiteX238" fmla="*/ 3780527 w 6441943"/>
              <a:gd name="connsiteY238" fmla="*/ 4590443 h 5959540"/>
              <a:gd name="connsiteX239" fmla="*/ 3780525 w 6441943"/>
              <a:gd name="connsiteY239" fmla="*/ 4590467 h 5959540"/>
              <a:gd name="connsiteX240" fmla="*/ 3765094 w 6441943"/>
              <a:gd name="connsiteY240" fmla="*/ 4735131 h 5959540"/>
              <a:gd name="connsiteX241" fmla="*/ 3765092 w 6441943"/>
              <a:gd name="connsiteY241" fmla="*/ 4735183 h 5959540"/>
              <a:gd name="connsiteX242" fmla="*/ 3765094 w 6441943"/>
              <a:gd name="connsiteY242" fmla="*/ 4735132 h 5959540"/>
              <a:gd name="connsiteX243" fmla="*/ 3765902 w 6441943"/>
              <a:gd name="connsiteY243" fmla="*/ 4727558 h 5959540"/>
              <a:gd name="connsiteX244" fmla="*/ 3763880 w 6441943"/>
              <a:gd name="connsiteY244" fmla="*/ 4767502 h 5959540"/>
              <a:gd name="connsiteX245" fmla="*/ 3761087 w 6441943"/>
              <a:gd name="connsiteY245" fmla="*/ 4841968 h 5959540"/>
              <a:gd name="connsiteX246" fmla="*/ 3761604 w 6441943"/>
              <a:gd name="connsiteY246" fmla="*/ 4880319 h 5959540"/>
              <a:gd name="connsiteX247" fmla="*/ 3764152 w 6441943"/>
              <a:gd name="connsiteY247" fmla="*/ 4948933 h 5959540"/>
              <a:gd name="connsiteX248" fmla="*/ 3765139 w 6441943"/>
              <a:gd name="connsiteY248" fmla="*/ 4957284 h 5959540"/>
              <a:gd name="connsiteX249" fmla="*/ 3763636 w 6441943"/>
              <a:gd name="connsiteY249" fmla="*/ 4934981 h 5959540"/>
              <a:gd name="connsiteX250" fmla="*/ 3766230 w 6441943"/>
              <a:gd name="connsiteY250" fmla="*/ 4966518 h 5959540"/>
              <a:gd name="connsiteX251" fmla="*/ 3771090 w 6441943"/>
              <a:gd name="connsiteY251" fmla="*/ 5007656 h 5959540"/>
              <a:gd name="connsiteX252" fmla="*/ 3774769 w 6441943"/>
              <a:gd name="connsiteY252" fmla="*/ 5031180 h 5959540"/>
              <a:gd name="connsiteX253" fmla="*/ 3781007 w 6441943"/>
              <a:gd name="connsiteY253" fmla="*/ 5061338 h 5959540"/>
              <a:gd name="connsiteX254" fmla="*/ 3784037 w 6441943"/>
              <a:gd name="connsiteY254" fmla="*/ 5074110 h 5959540"/>
              <a:gd name="connsiteX255" fmla="*/ 3782356 w 6441943"/>
              <a:gd name="connsiteY255" fmla="*/ 5067859 h 5959540"/>
              <a:gd name="connsiteX256" fmla="*/ 3783197 w 6441943"/>
              <a:gd name="connsiteY256" fmla="*/ 5071928 h 5959540"/>
              <a:gd name="connsiteX257" fmla="*/ 3790925 w 6441943"/>
              <a:gd name="connsiteY257" fmla="*/ 5097158 h 5959540"/>
              <a:gd name="connsiteX258" fmla="*/ 3792279 w 6441943"/>
              <a:gd name="connsiteY258" fmla="*/ 5101288 h 5959540"/>
              <a:gd name="connsiteX259" fmla="*/ 3791572 w 6441943"/>
              <a:gd name="connsiteY259" fmla="*/ 5099273 h 5959540"/>
              <a:gd name="connsiteX260" fmla="*/ 3792746 w 6441943"/>
              <a:gd name="connsiteY260" fmla="*/ 5103106 h 5959540"/>
              <a:gd name="connsiteX261" fmla="*/ 3798331 w 6441943"/>
              <a:gd name="connsiteY261" fmla="*/ 5116063 h 5959540"/>
              <a:gd name="connsiteX262" fmla="*/ 3798364 w 6441943"/>
              <a:gd name="connsiteY262" fmla="*/ 5116122 h 5959540"/>
              <a:gd name="connsiteX263" fmla="*/ 3798347 w 6441943"/>
              <a:gd name="connsiteY263" fmla="*/ 5116093 h 5959540"/>
              <a:gd name="connsiteX264" fmla="*/ 3841530 w 6441943"/>
              <a:gd name="connsiteY264" fmla="*/ 5195336 h 5959540"/>
              <a:gd name="connsiteX265" fmla="*/ 3838161 w 6441943"/>
              <a:gd name="connsiteY265" fmla="*/ 5187944 h 5959540"/>
              <a:gd name="connsiteX266" fmla="*/ 3840723 w 6441943"/>
              <a:gd name="connsiteY266" fmla="*/ 5192568 h 5959540"/>
              <a:gd name="connsiteX267" fmla="*/ 3843401 w 6441943"/>
              <a:gd name="connsiteY267" fmla="*/ 5198769 h 5959540"/>
              <a:gd name="connsiteX268" fmla="*/ 3845921 w 6441943"/>
              <a:gd name="connsiteY268" fmla="*/ 5203395 h 5959540"/>
              <a:gd name="connsiteX269" fmla="*/ 3852185 w 6441943"/>
              <a:gd name="connsiteY269" fmla="*/ 5218716 h 5959540"/>
              <a:gd name="connsiteX270" fmla="*/ 3864731 w 6441943"/>
              <a:gd name="connsiteY270" fmla="*/ 5246247 h 5959540"/>
              <a:gd name="connsiteX271" fmla="*/ 3867285 w 6441943"/>
              <a:gd name="connsiteY271" fmla="*/ 5254086 h 5959540"/>
              <a:gd name="connsiteX272" fmla="*/ 3855237 w 6441943"/>
              <a:gd name="connsiteY272" fmla="*/ 5226182 h 5959540"/>
              <a:gd name="connsiteX273" fmla="*/ 3869801 w 6441943"/>
              <a:gd name="connsiteY273" fmla="*/ 5261806 h 5959540"/>
              <a:gd name="connsiteX274" fmla="*/ 3867285 w 6441943"/>
              <a:gd name="connsiteY274" fmla="*/ 5254086 h 5959540"/>
              <a:gd name="connsiteX275" fmla="*/ 3873002 w 6441943"/>
              <a:gd name="connsiteY275" fmla="*/ 5267325 h 5959540"/>
              <a:gd name="connsiteX276" fmla="*/ 3876971 w 6441943"/>
              <a:gd name="connsiteY276" fmla="*/ 5279345 h 5959540"/>
              <a:gd name="connsiteX277" fmla="*/ 3880558 w 6441943"/>
              <a:gd name="connsiteY277" fmla="*/ 5288119 h 5959540"/>
              <a:gd name="connsiteX278" fmla="*/ 3887016 w 6441943"/>
              <a:gd name="connsiteY278" fmla="*/ 5309765 h 5959540"/>
              <a:gd name="connsiteX279" fmla="*/ 3896534 w 6441943"/>
              <a:gd name="connsiteY279" fmla="*/ 5338590 h 5959540"/>
              <a:gd name="connsiteX280" fmla="*/ 3900713 w 6441943"/>
              <a:gd name="connsiteY280" fmla="*/ 5355679 h 5959540"/>
              <a:gd name="connsiteX281" fmla="*/ 3904278 w 6441943"/>
              <a:gd name="connsiteY281" fmla="*/ 5367630 h 5959540"/>
              <a:gd name="connsiteX282" fmla="*/ 3907819 w 6441943"/>
              <a:gd name="connsiteY282" fmla="*/ 5384732 h 5959540"/>
              <a:gd name="connsiteX283" fmla="*/ 3912682 w 6441943"/>
              <a:gd name="connsiteY283" fmla="*/ 5404615 h 5959540"/>
              <a:gd name="connsiteX284" fmla="*/ 3916297 w 6441943"/>
              <a:gd name="connsiteY284" fmla="*/ 5425687 h 5959540"/>
              <a:gd name="connsiteX285" fmla="*/ 3919119 w 6441943"/>
              <a:gd name="connsiteY285" fmla="*/ 5439319 h 5959540"/>
              <a:gd name="connsiteX286" fmla="*/ 3920656 w 6441943"/>
              <a:gd name="connsiteY286" fmla="*/ 5451099 h 5959540"/>
              <a:gd name="connsiteX287" fmla="*/ 3922811 w 6441943"/>
              <a:gd name="connsiteY287" fmla="*/ 5463655 h 5959540"/>
              <a:gd name="connsiteX288" fmla="*/ 3923396 w 6441943"/>
              <a:gd name="connsiteY288" fmla="*/ 5469029 h 5959540"/>
              <a:gd name="connsiteX289" fmla="*/ 3922100 w 6441943"/>
              <a:gd name="connsiteY289" fmla="*/ 5462160 h 5959540"/>
              <a:gd name="connsiteX290" fmla="*/ 3925391 w 6441943"/>
              <a:gd name="connsiteY290" fmla="*/ 5487370 h 5959540"/>
              <a:gd name="connsiteX291" fmla="*/ 3923396 w 6441943"/>
              <a:gd name="connsiteY291" fmla="*/ 5469029 h 5959540"/>
              <a:gd name="connsiteX292" fmla="*/ 3923846 w 6441943"/>
              <a:gd name="connsiteY292" fmla="*/ 5471418 h 5959540"/>
              <a:gd name="connsiteX293" fmla="*/ 3925984 w 6441943"/>
              <a:gd name="connsiteY293" fmla="*/ 5491912 h 5959540"/>
              <a:gd name="connsiteX294" fmla="*/ 3927116 w 6441943"/>
              <a:gd name="connsiteY294" fmla="*/ 5500582 h 5959540"/>
              <a:gd name="connsiteX295" fmla="*/ 3927510 w 6441943"/>
              <a:gd name="connsiteY295" fmla="*/ 5506529 h 5959540"/>
              <a:gd name="connsiteX296" fmla="*/ 3928283 w 6441943"/>
              <a:gd name="connsiteY296" fmla="*/ 5513946 h 5959540"/>
              <a:gd name="connsiteX297" fmla="*/ 3927561 w 6441943"/>
              <a:gd name="connsiteY297" fmla="*/ 5507308 h 5959540"/>
              <a:gd name="connsiteX298" fmla="*/ 3929661 w 6441943"/>
              <a:gd name="connsiteY298" fmla="*/ 5539050 h 5959540"/>
              <a:gd name="connsiteX299" fmla="*/ 3928286 w 6441943"/>
              <a:gd name="connsiteY299" fmla="*/ 5513976 h 5959540"/>
              <a:gd name="connsiteX300" fmla="*/ 3930307 w 6441943"/>
              <a:gd name="connsiteY300" fmla="*/ 5548810 h 5959540"/>
              <a:gd name="connsiteX301" fmla="*/ 3930341 w 6441943"/>
              <a:gd name="connsiteY301" fmla="*/ 5551457 h 5959540"/>
              <a:gd name="connsiteX302" fmla="*/ 3930341 w 6441943"/>
              <a:gd name="connsiteY302" fmla="*/ 5551462 h 5959540"/>
              <a:gd name="connsiteX303" fmla="*/ 3930341 w 6441943"/>
              <a:gd name="connsiteY303" fmla="*/ 5551461 h 5959540"/>
              <a:gd name="connsiteX304" fmla="*/ 3930728 w 6441943"/>
              <a:gd name="connsiteY304" fmla="*/ 5581396 h 5959540"/>
              <a:gd name="connsiteX305" fmla="*/ 3930415 w 6441943"/>
              <a:gd name="connsiteY305" fmla="*/ 5595734 h 5959540"/>
              <a:gd name="connsiteX306" fmla="*/ 3531849 w 6441943"/>
              <a:gd name="connsiteY306" fmla="*/ 5952590 h 5959540"/>
              <a:gd name="connsiteX307" fmla="*/ 3527214 w 6441943"/>
              <a:gd name="connsiteY307" fmla="*/ 5952590 h 5959540"/>
              <a:gd name="connsiteX308" fmla="*/ 2732397 w 6441943"/>
              <a:gd name="connsiteY308" fmla="*/ 5959540 h 5959540"/>
              <a:gd name="connsiteX309" fmla="*/ 2579459 w 6441943"/>
              <a:gd name="connsiteY309" fmla="*/ 5906245 h 5959540"/>
              <a:gd name="connsiteX310" fmla="*/ 2597129 w 6441943"/>
              <a:gd name="connsiteY310" fmla="*/ 5859320 h 5959540"/>
              <a:gd name="connsiteX311" fmla="*/ 2603445 w 6441943"/>
              <a:gd name="connsiteY311" fmla="*/ 5855368 h 5959540"/>
              <a:gd name="connsiteX312" fmla="*/ 2607725 w 6441943"/>
              <a:gd name="connsiteY312" fmla="*/ 5850306 h 5959540"/>
              <a:gd name="connsiteX313" fmla="*/ 2644327 w 6441943"/>
              <a:gd name="connsiteY313" fmla="*/ 5829784 h 5959540"/>
              <a:gd name="connsiteX314" fmla="*/ 2644342 w 6441943"/>
              <a:gd name="connsiteY314" fmla="*/ 5829774 h 5959540"/>
              <a:gd name="connsiteX315" fmla="*/ 2648977 w 6441943"/>
              <a:gd name="connsiteY315" fmla="*/ 5827458 h 5959540"/>
              <a:gd name="connsiteX316" fmla="*/ 2838991 w 6441943"/>
              <a:gd name="connsiteY316" fmla="*/ 5804286 h 5959540"/>
              <a:gd name="connsiteX317" fmla="*/ 2924459 w 6441943"/>
              <a:gd name="connsiteY317" fmla="*/ 5760242 h 5959540"/>
              <a:gd name="connsiteX318" fmla="*/ 2939190 w 6441943"/>
              <a:gd name="connsiteY318" fmla="*/ 5750127 h 5959540"/>
              <a:gd name="connsiteX319" fmla="*/ 2928157 w 6441943"/>
              <a:gd name="connsiteY319" fmla="*/ 5758336 h 5959540"/>
              <a:gd name="connsiteX320" fmla="*/ 2933138 w 6441943"/>
              <a:gd name="connsiteY320" fmla="*/ 5755769 h 5959540"/>
              <a:gd name="connsiteX321" fmla="*/ 2945690 w 6441943"/>
              <a:gd name="connsiteY321" fmla="*/ 5745664 h 5959540"/>
              <a:gd name="connsiteX322" fmla="*/ 2939190 w 6441943"/>
              <a:gd name="connsiteY322" fmla="*/ 5750127 h 5959540"/>
              <a:gd name="connsiteX323" fmla="*/ 2951805 w 6441943"/>
              <a:gd name="connsiteY323" fmla="*/ 5740741 h 5959540"/>
              <a:gd name="connsiteX324" fmla="*/ 2991960 w 6441943"/>
              <a:gd name="connsiteY324" fmla="*/ 5708411 h 5959540"/>
              <a:gd name="connsiteX325" fmla="*/ 2999083 w 6441943"/>
              <a:gd name="connsiteY325" fmla="*/ 5701683 h 5959540"/>
              <a:gd name="connsiteX326" fmla="*/ 2995389 w 6441943"/>
              <a:gd name="connsiteY326" fmla="*/ 5705651 h 5959540"/>
              <a:gd name="connsiteX327" fmla="*/ 3002574 w 6441943"/>
              <a:gd name="connsiteY327" fmla="*/ 5699865 h 5959540"/>
              <a:gd name="connsiteX328" fmla="*/ 3007940 w 6441943"/>
              <a:gd name="connsiteY328" fmla="*/ 5693316 h 5959540"/>
              <a:gd name="connsiteX329" fmla="*/ 2999083 w 6441943"/>
              <a:gd name="connsiteY329" fmla="*/ 5701683 h 5959540"/>
              <a:gd name="connsiteX330" fmla="*/ 3015770 w 6441943"/>
              <a:gd name="connsiteY330" fmla="*/ 5683760 h 5959540"/>
              <a:gd name="connsiteX331" fmla="*/ 3043765 w 6441943"/>
              <a:gd name="connsiteY331" fmla="*/ 5649590 h 5959540"/>
              <a:gd name="connsiteX332" fmla="*/ 3058504 w 6441943"/>
              <a:gd name="connsiteY332" fmla="*/ 5626794 h 5959540"/>
              <a:gd name="connsiteX333" fmla="*/ 3076362 w 6441943"/>
              <a:gd name="connsiteY333" fmla="*/ 5593489 h 5959540"/>
              <a:gd name="connsiteX334" fmla="*/ 3085707 w 6441943"/>
              <a:gd name="connsiteY334" fmla="*/ 5572196 h 5959540"/>
              <a:gd name="connsiteX335" fmla="*/ 3079581 w 6441943"/>
              <a:gd name="connsiteY335" fmla="*/ 5587486 h 5959540"/>
              <a:gd name="connsiteX336" fmla="*/ 3082303 w 6441943"/>
              <a:gd name="connsiteY336" fmla="*/ 5582409 h 5959540"/>
              <a:gd name="connsiteX337" fmla="*/ 3085724 w 6441943"/>
              <a:gd name="connsiteY337" fmla="*/ 5572159 h 5959540"/>
              <a:gd name="connsiteX338" fmla="*/ 3085707 w 6441943"/>
              <a:gd name="connsiteY338" fmla="*/ 5572196 h 5959540"/>
              <a:gd name="connsiteX339" fmla="*/ 3085731 w 6441943"/>
              <a:gd name="connsiteY339" fmla="*/ 5572137 h 5959540"/>
              <a:gd name="connsiteX340" fmla="*/ 3094935 w 6441943"/>
              <a:gd name="connsiteY340" fmla="*/ 5544559 h 5959540"/>
              <a:gd name="connsiteX341" fmla="*/ 3107378 w 6441943"/>
              <a:gd name="connsiteY341" fmla="*/ 5488445 h 5959540"/>
              <a:gd name="connsiteX342" fmla="*/ 3106519 w 6441943"/>
              <a:gd name="connsiteY342" fmla="*/ 5493901 h 5959540"/>
              <a:gd name="connsiteX343" fmla="*/ 3108152 w 6441943"/>
              <a:gd name="connsiteY343" fmla="*/ 5484955 h 5959540"/>
              <a:gd name="connsiteX344" fmla="*/ 3107378 w 6441943"/>
              <a:gd name="connsiteY344" fmla="*/ 5488445 h 5959540"/>
              <a:gd name="connsiteX345" fmla="*/ 3108324 w 6441943"/>
              <a:gd name="connsiteY345" fmla="*/ 5482442 h 5959540"/>
              <a:gd name="connsiteX346" fmla="*/ 3110246 w 6441943"/>
              <a:gd name="connsiteY346" fmla="*/ 5454019 h 5959540"/>
              <a:gd name="connsiteX347" fmla="*/ 3110110 w 6441943"/>
              <a:gd name="connsiteY347" fmla="*/ 5440477 h 5959540"/>
              <a:gd name="connsiteX348" fmla="*/ 3110110 w 6441943"/>
              <a:gd name="connsiteY348" fmla="*/ 5438161 h 5959540"/>
              <a:gd name="connsiteX349" fmla="*/ 3110110 w 6441943"/>
              <a:gd name="connsiteY349" fmla="*/ 5435843 h 5959540"/>
              <a:gd name="connsiteX350" fmla="*/ 2924730 w 6441943"/>
              <a:gd name="connsiteY350" fmla="*/ 4960809 h 5959540"/>
              <a:gd name="connsiteX351" fmla="*/ 2922412 w 6441943"/>
              <a:gd name="connsiteY351" fmla="*/ 4958490 h 5959540"/>
              <a:gd name="connsiteX352" fmla="*/ 2760204 w 6441943"/>
              <a:gd name="connsiteY352" fmla="*/ 4603953 h 5959540"/>
              <a:gd name="connsiteX353" fmla="*/ 2722191 w 6441943"/>
              <a:gd name="connsiteY353" fmla="*/ 4445126 h 5959540"/>
              <a:gd name="connsiteX354" fmla="*/ 2698632 w 6441943"/>
              <a:gd name="connsiteY354" fmla="*/ 4468138 h 5959540"/>
              <a:gd name="connsiteX355" fmla="*/ 2627756 w 6441943"/>
              <a:gd name="connsiteY355" fmla="*/ 4524104 h 5959540"/>
              <a:gd name="connsiteX356" fmla="*/ 2565190 w 6441943"/>
              <a:gd name="connsiteY356" fmla="*/ 4679360 h 5959540"/>
              <a:gd name="connsiteX357" fmla="*/ 2542017 w 6441943"/>
              <a:gd name="connsiteY357" fmla="*/ 4904132 h 5959540"/>
              <a:gd name="connsiteX358" fmla="*/ 2518845 w 6441943"/>
              <a:gd name="connsiteY358" fmla="*/ 5066339 h 5959540"/>
              <a:gd name="connsiteX359" fmla="*/ 2495672 w 6441943"/>
              <a:gd name="connsiteY359" fmla="*/ 5198423 h 5959540"/>
              <a:gd name="connsiteX360" fmla="*/ 2442377 w 6441943"/>
              <a:gd name="connsiteY360" fmla="*/ 5237815 h 5959540"/>
              <a:gd name="connsiteX361" fmla="*/ 2402982 w 6441943"/>
              <a:gd name="connsiteY361" fmla="*/ 5400022 h 5959540"/>
              <a:gd name="connsiteX362" fmla="*/ 2270901 w 6441943"/>
              <a:gd name="connsiteY362" fmla="*/ 5439417 h 5959540"/>
              <a:gd name="connsiteX363" fmla="*/ 2148085 w 6441943"/>
              <a:gd name="connsiteY363" fmla="*/ 5492712 h 5959540"/>
              <a:gd name="connsiteX364" fmla="*/ 1969659 w 6441943"/>
              <a:gd name="connsiteY364" fmla="*/ 5631747 h 5959540"/>
              <a:gd name="connsiteX365" fmla="*/ 1730981 w 6441943"/>
              <a:gd name="connsiteY365" fmla="*/ 5800907 h 5959540"/>
              <a:gd name="connsiteX366" fmla="*/ 827256 w 6441943"/>
              <a:gd name="connsiteY366" fmla="*/ 5893597 h 5959540"/>
              <a:gd name="connsiteX367" fmla="*/ 340634 w 6441943"/>
              <a:gd name="connsiteY367" fmla="*/ 5274893 h 5959540"/>
              <a:gd name="connsiteX368" fmla="*/ 148304 w 6441943"/>
              <a:gd name="connsiteY368" fmla="*/ 5298066 h 5959540"/>
              <a:gd name="connsiteX369" fmla="*/ 62564 w 6441943"/>
              <a:gd name="connsiteY369" fmla="*/ 4850836 h 5959540"/>
              <a:gd name="connsiteX370" fmla="*/ 139035 w 6441943"/>
              <a:gd name="connsiteY370" fmla="*/ 4341042 h 5959540"/>
              <a:gd name="connsiteX371" fmla="*/ 6951 w 6441943"/>
              <a:gd name="connsiteY371" fmla="*/ 4579717 h 5959540"/>
              <a:gd name="connsiteX372" fmla="*/ 122813 w 6441943"/>
              <a:gd name="connsiteY372" fmla="*/ 4109318 h 5959540"/>
              <a:gd name="connsiteX373" fmla="*/ 0 w 6441943"/>
              <a:gd name="connsiteY373" fmla="*/ 4287745 h 5959540"/>
              <a:gd name="connsiteX374" fmla="*/ 76468 w 6441943"/>
              <a:gd name="connsiteY374" fmla="*/ 3738559 h 5959540"/>
              <a:gd name="connsiteX375" fmla="*/ 139035 w 6441943"/>
              <a:gd name="connsiteY375" fmla="*/ 3390972 h 5959540"/>
              <a:gd name="connsiteX376" fmla="*/ 23173 w 6441943"/>
              <a:gd name="connsiteY376" fmla="*/ 3499881 h 5959540"/>
              <a:gd name="connsiteX377" fmla="*/ 308193 w 6441943"/>
              <a:gd name="connsiteY377" fmla="*/ 2811661 h 5959540"/>
              <a:gd name="connsiteX378" fmla="*/ 203918 w 6441943"/>
              <a:gd name="connsiteY378" fmla="*/ 2839468 h 5959540"/>
              <a:gd name="connsiteX379" fmla="*/ 495891 w 6441943"/>
              <a:gd name="connsiteY379" fmla="*/ 2582252 h 5959540"/>
              <a:gd name="connsiteX380" fmla="*/ 780911 w 6441943"/>
              <a:gd name="connsiteY380" fmla="*/ 2102584 h 5959540"/>
              <a:gd name="connsiteX381" fmla="*/ 1035808 w 6441943"/>
              <a:gd name="connsiteY381" fmla="*/ 1646085 h 5959540"/>
              <a:gd name="connsiteX382" fmla="*/ 1622072 w 6441943"/>
              <a:gd name="connsiteY382" fmla="*/ 1235934 h 5959540"/>
              <a:gd name="connsiteX383" fmla="*/ 2039176 w 6441943"/>
              <a:gd name="connsiteY383" fmla="*/ 974084 h 5959540"/>
              <a:gd name="connsiteX384" fmla="*/ 3052075 w 6441943"/>
              <a:gd name="connsiteY384" fmla="*/ 570 h 5959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</a:cxnLst>
            <a:rect l="l" t="t" r="r" b="b"/>
            <a:pathLst>
              <a:path w="6441943" h="5959540">
                <a:moveTo>
                  <a:pt x="3930341" y="5551462"/>
                </a:moveTo>
                <a:lnTo>
                  <a:pt x="3930470" y="5553792"/>
                </a:lnTo>
                <a:cubicBezTo>
                  <a:pt x="3930801" y="5565128"/>
                  <a:pt x="3930811" y="5574426"/>
                  <a:pt x="3930728" y="5581396"/>
                </a:cubicBezTo>
                <a:close/>
                <a:moveTo>
                  <a:pt x="3101215" y="5522950"/>
                </a:moveTo>
                <a:lnTo>
                  <a:pt x="3096254" y="5540606"/>
                </a:lnTo>
                <a:lnTo>
                  <a:pt x="3100089" y="5529112"/>
                </a:lnTo>
                <a:close/>
                <a:moveTo>
                  <a:pt x="3179633" y="5436354"/>
                </a:moveTo>
                <a:lnTo>
                  <a:pt x="3179855" y="5457522"/>
                </a:lnTo>
                <a:lnTo>
                  <a:pt x="3179738" y="5446344"/>
                </a:lnTo>
                <a:close/>
                <a:moveTo>
                  <a:pt x="3798364" y="5116122"/>
                </a:moveTo>
                <a:lnTo>
                  <a:pt x="3835318" y="5181705"/>
                </a:lnTo>
                <a:lnTo>
                  <a:pt x="3838161" y="5187944"/>
                </a:lnTo>
                <a:close/>
                <a:moveTo>
                  <a:pt x="3772668" y="5021018"/>
                </a:moveTo>
                <a:lnTo>
                  <a:pt x="3772670" y="5021035"/>
                </a:lnTo>
                <a:lnTo>
                  <a:pt x="3772673" y="5021047"/>
                </a:lnTo>
                <a:lnTo>
                  <a:pt x="3772670" y="5021034"/>
                </a:lnTo>
                <a:close/>
                <a:moveTo>
                  <a:pt x="3761032" y="4843434"/>
                </a:moveTo>
                <a:lnTo>
                  <a:pt x="3760631" y="4854130"/>
                </a:lnTo>
                <a:lnTo>
                  <a:pt x="3761287" y="4871798"/>
                </a:lnTo>
                <a:close/>
                <a:moveTo>
                  <a:pt x="3384337" y="3767524"/>
                </a:moveTo>
                <a:cubicBezTo>
                  <a:pt x="3365220" y="3769262"/>
                  <a:pt x="3346103" y="3782585"/>
                  <a:pt x="3346103" y="3782585"/>
                </a:cubicBezTo>
                <a:cubicBezTo>
                  <a:pt x="3269632" y="3759413"/>
                  <a:pt x="3160723" y="3891497"/>
                  <a:pt x="3160723" y="3891497"/>
                </a:cubicBezTo>
                <a:cubicBezTo>
                  <a:pt x="2998516" y="4130753"/>
                  <a:pt x="2876227" y="4281745"/>
                  <a:pt x="2789975" y="4375909"/>
                </a:cubicBezTo>
                <a:lnTo>
                  <a:pt x="2780135" y="4386371"/>
                </a:lnTo>
                <a:lnTo>
                  <a:pt x="2777987" y="4376117"/>
                </a:lnTo>
                <a:lnTo>
                  <a:pt x="2780259" y="4386964"/>
                </a:lnTo>
                <a:lnTo>
                  <a:pt x="2813776" y="4528044"/>
                </a:lnTo>
                <a:lnTo>
                  <a:pt x="2780260" y="4386966"/>
                </a:lnTo>
                <a:lnTo>
                  <a:pt x="2780140" y="4386393"/>
                </a:lnTo>
                <a:lnTo>
                  <a:pt x="2780260" y="4386964"/>
                </a:lnTo>
                <a:cubicBezTo>
                  <a:pt x="2795688" y="4456554"/>
                  <a:pt x="2811475" y="4523428"/>
                  <a:pt x="2827406" y="4585415"/>
                </a:cubicBezTo>
                <a:cubicBezTo>
                  <a:pt x="2827406" y="4585415"/>
                  <a:pt x="2887654" y="4784698"/>
                  <a:pt x="2980344" y="4916780"/>
                </a:cubicBezTo>
                <a:cubicBezTo>
                  <a:pt x="2996564" y="4937636"/>
                  <a:pt x="3186578" y="5183264"/>
                  <a:pt x="3179627" y="5435843"/>
                </a:cubicBezTo>
                <a:lnTo>
                  <a:pt x="3179738" y="5446344"/>
                </a:lnTo>
                <a:lnTo>
                  <a:pt x="3179858" y="5457884"/>
                </a:lnTo>
                <a:lnTo>
                  <a:pt x="3177050" y="5492431"/>
                </a:lnTo>
                <a:cubicBezTo>
                  <a:pt x="3165083" y="5587080"/>
                  <a:pt x="3108227" y="5771590"/>
                  <a:pt x="2859847" y="5869169"/>
                </a:cubicBezTo>
                <a:lnTo>
                  <a:pt x="2850578" y="5871485"/>
                </a:lnTo>
                <a:lnTo>
                  <a:pt x="2723128" y="5887707"/>
                </a:lnTo>
                <a:lnTo>
                  <a:pt x="2723137" y="5887707"/>
                </a:lnTo>
                <a:lnTo>
                  <a:pt x="2730081" y="5887707"/>
                </a:lnTo>
                <a:lnTo>
                  <a:pt x="3527214" y="5883072"/>
                </a:lnTo>
                <a:cubicBezTo>
                  <a:pt x="3557337" y="5878438"/>
                  <a:pt x="3860898" y="5834409"/>
                  <a:pt x="3860898" y="5593415"/>
                </a:cubicBezTo>
                <a:lnTo>
                  <a:pt x="3861133" y="5581911"/>
                </a:lnTo>
                <a:lnTo>
                  <a:pt x="3861133" y="5581912"/>
                </a:lnTo>
                <a:lnTo>
                  <a:pt x="3861134" y="5581911"/>
                </a:lnTo>
                <a:cubicBezTo>
                  <a:pt x="3861513" y="5533312"/>
                  <a:pt x="3855683" y="5339677"/>
                  <a:pt x="3738082" y="5153139"/>
                </a:cubicBezTo>
                <a:lnTo>
                  <a:pt x="3732433" y="5140760"/>
                </a:lnTo>
                <a:lnTo>
                  <a:pt x="3732384" y="5140652"/>
                </a:lnTo>
                <a:lnTo>
                  <a:pt x="3731127" y="5137087"/>
                </a:lnTo>
                <a:lnTo>
                  <a:pt x="3731128" y="5137089"/>
                </a:lnTo>
                <a:lnTo>
                  <a:pt x="3721174" y="5108858"/>
                </a:lnTo>
                <a:lnTo>
                  <a:pt x="3720583" y="5106469"/>
                </a:lnTo>
                <a:lnTo>
                  <a:pt x="3720154" y="5104735"/>
                </a:lnTo>
                <a:lnTo>
                  <a:pt x="3720155" y="5104739"/>
                </a:lnTo>
                <a:lnTo>
                  <a:pt x="3708063" y="5055829"/>
                </a:lnTo>
                <a:cubicBezTo>
                  <a:pt x="3703777" y="5034399"/>
                  <a:pt x="3699776" y="5009108"/>
                  <a:pt x="3696662" y="4979636"/>
                </a:cubicBezTo>
                <a:lnTo>
                  <a:pt x="3691720" y="4897282"/>
                </a:lnTo>
                <a:lnTo>
                  <a:pt x="3691720" y="4897290"/>
                </a:lnTo>
                <a:lnTo>
                  <a:pt x="3691169" y="4888099"/>
                </a:lnTo>
                <a:lnTo>
                  <a:pt x="3690584" y="4878351"/>
                </a:lnTo>
                <a:lnTo>
                  <a:pt x="3693440" y="4750059"/>
                </a:lnTo>
                <a:lnTo>
                  <a:pt x="3693439" y="4750071"/>
                </a:lnTo>
                <a:lnTo>
                  <a:pt x="3693440" y="4750058"/>
                </a:lnTo>
                <a:lnTo>
                  <a:pt x="3693440" y="4750048"/>
                </a:lnTo>
                <a:cubicBezTo>
                  <a:pt x="3699125" y="4655077"/>
                  <a:pt x="3713173" y="4540808"/>
                  <a:pt x="3740401" y="4404670"/>
                </a:cubicBezTo>
                <a:lnTo>
                  <a:pt x="3740571" y="4404435"/>
                </a:lnTo>
                <a:lnTo>
                  <a:pt x="3706071" y="4362586"/>
                </a:lnTo>
                <a:cubicBezTo>
                  <a:pt x="3524240" y="4115257"/>
                  <a:pt x="3422570" y="3821979"/>
                  <a:pt x="3422570" y="3821979"/>
                </a:cubicBezTo>
                <a:cubicBezTo>
                  <a:pt x="3422570" y="3775635"/>
                  <a:pt x="3403453" y="3765786"/>
                  <a:pt x="3384337" y="3767524"/>
                </a:cubicBezTo>
                <a:close/>
                <a:moveTo>
                  <a:pt x="2542383" y="3241413"/>
                </a:moveTo>
                <a:cubicBezTo>
                  <a:pt x="2523845" y="3243729"/>
                  <a:pt x="2509942" y="3262267"/>
                  <a:pt x="2512260" y="3280805"/>
                </a:cubicBezTo>
                <a:cubicBezTo>
                  <a:pt x="2512260" y="3288915"/>
                  <a:pt x="2602741" y="3912654"/>
                  <a:pt x="2712294" y="4403775"/>
                </a:cubicBezTo>
                <a:lnTo>
                  <a:pt x="2720978" y="4440058"/>
                </a:lnTo>
                <a:lnTo>
                  <a:pt x="2776921" y="4371033"/>
                </a:lnTo>
                <a:lnTo>
                  <a:pt x="2735259" y="4172222"/>
                </a:lnTo>
                <a:cubicBezTo>
                  <a:pt x="2648253" y="3735131"/>
                  <a:pt x="2581778" y="3278488"/>
                  <a:pt x="2581778" y="3271536"/>
                </a:cubicBezTo>
                <a:cubicBezTo>
                  <a:pt x="2579459" y="3252998"/>
                  <a:pt x="2560921" y="3239095"/>
                  <a:pt x="2542383" y="3241413"/>
                </a:cubicBezTo>
                <a:close/>
                <a:moveTo>
                  <a:pt x="2168787" y="3080089"/>
                </a:moveTo>
                <a:cubicBezTo>
                  <a:pt x="2151815" y="3079410"/>
                  <a:pt x="2129548" y="3089729"/>
                  <a:pt x="2101741" y="3124488"/>
                </a:cubicBezTo>
                <a:cubicBezTo>
                  <a:pt x="2101741" y="3124488"/>
                  <a:pt x="2057714" y="3316820"/>
                  <a:pt x="1992831" y="3386337"/>
                </a:cubicBezTo>
                <a:cubicBezTo>
                  <a:pt x="1992831" y="3386337"/>
                  <a:pt x="1951121" y="3474393"/>
                  <a:pt x="1819037" y="3520738"/>
                </a:cubicBezTo>
                <a:lnTo>
                  <a:pt x="1814402" y="3652819"/>
                </a:lnTo>
                <a:lnTo>
                  <a:pt x="1888554" y="3669041"/>
                </a:lnTo>
                <a:lnTo>
                  <a:pt x="1939533" y="3722337"/>
                </a:lnTo>
                <a:cubicBezTo>
                  <a:pt x="1939533" y="3722337"/>
                  <a:pt x="1981244" y="3757097"/>
                  <a:pt x="2009051" y="3710752"/>
                </a:cubicBezTo>
                <a:cubicBezTo>
                  <a:pt x="2009051" y="3710752"/>
                  <a:pt x="2009051" y="3615743"/>
                  <a:pt x="2108693" y="3622696"/>
                </a:cubicBezTo>
                <a:cubicBezTo>
                  <a:pt x="2108693" y="3622696"/>
                  <a:pt x="2161989" y="3629647"/>
                  <a:pt x="2166623" y="3564764"/>
                </a:cubicBezTo>
                <a:cubicBezTo>
                  <a:pt x="2166623" y="3564764"/>
                  <a:pt x="2159673" y="3523054"/>
                  <a:pt x="2217603" y="3476709"/>
                </a:cubicBezTo>
                <a:lnTo>
                  <a:pt x="2419204" y="3326089"/>
                </a:lnTo>
                <a:cubicBezTo>
                  <a:pt x="2419204" y="3326089"/>
                  <a:pt x="2215287" y="3159247"/>
                  <a:pt x="2210652" y="3112903"/>
                </a:cubicBezTo>
                <a:cubicBezTo>
                  <a:pt x="2210652" y="3112903"/>
                  <a:pt x="2197074" y="3081221"/>
                  <a:pt x="2168787" y="3080089"/>
                </a:cubicBezTo>
                <a:close/>
                <a:moveTo>
                  <a:pt x="4736448" y="2146033"/>
                </a:moveTo>
                <a:cubicBezTo>
                  <a:pt x="4750930" y="2148349"/>
                  <a:pt x="4759619" y="2155880"/>
                  <a:pt x="4759619" y="2155880"/>
                </a:cubicBezTo>
                <a:cubicBezTo>
                  <a:pt x="4824502" y="2197591"/>
                  <a:pt x="4766572" y="2255523"/>
                  <a:pt x="4766572" y="2255523"/>
                </a:cubicBezTo>
                <a:lnTo>
                  <a:pt x="4422563" y="2763414"/>
                </a:lnTo>
                <a:lnTo>
                  <a:pt x="4399870" y="2748805"/>
                </a:lnTo>
                <a:cubicBezTo>
                  <a:pt x="4379015" y="2733453"/>
                  <a:pt x="4358739" y="2713177"/>
                  <a:pt x="4361056" y="2693480"/>
                </a:cubicBezTo>
                <a:cubicBezTo>
                  <a:pt x="4361056" y="2693480"/>
                  <a:pt x="4395814" y="2593840"/>
                  <a:pt x="4298489" y="2605425"/>
                </a:cubicBezTo>
                <a:cubicBezTo>
                  <a:pt x="4298489" y="2605425"/>
                  <a:pt x="4285455" y="2598909"/>
                  <a:pt x="4236902" y="2622045"/>
                </a:cubicBezTo>
                <a:lnTo>
                  <a:pt x="4205003" y="2639946"/>
                </a:lnTo>
                <a:lnTo>
                  <a:pt x="4213619" y="2615853"/>
                </a:lnTo>
                <a:cubicBezTo>
                  <a:pt x="4223178" y="2598474"/>
                  <a:pt x="4233606" y="2591522"/>
                  <a:pt x="4233606" y="2591522"/>
                </a:cubicBezTo>
                <a:lnTo>
                  <a:pt x="4678517" y="2167467"/>
                </a:lnTo>
                <a:cubicBezTo>
                  <a:pt x="4701690" y="2146612"/>
                  <a:pt x="4721965" y="2143716"/>
                  <a:pt x="4736448" y="2146033"/>
                </a:cubicBezTo>
                <a:close/>
                <a:moveTo>
                  <a:pt x="2679023" y="1316748"/>
                </a:moveTo>
                <a:cubicBezTo>
                  <a:pt x="2670623" y="1319935"/>
                  <a:pt x="2663672" y="1326308"/>
                  <a:pt x="2660196" y="1335577"/>
                </a:cubicBezTo>
                <a:cubicBezTo>
                  <a:pt x="2657878" y="1342527"/>
                  <a:pt x="2595313" y="1488515"/>
                  <a:pt x="2599948" y="1592789"/>
                </a:cubicBezTo>
                <a:cubicBezTo>
                  <a:pt x="2599948" y="1599742"/>
                  <a:pt x="2616167" y="1785122"/>
                  <a:pt x="2727395" y="1942694"/>
                </a:cubicBezTo>
                <a:cubicBezTo>
                  <a:pt x="2729714" y="1942694"/>
                  <a:pt x="2801547" y="2063191"/>
                  <a:pt x="2796913" y="2220763"/>
                </a:cubicBezTo>
                <a:cubicBezTo>
                  <a:pt x="2796913" y="2239301"/>
                  <a:pt x="2810816" y="2255521"/>
                  <a:pt x="2831673" y="2255521"/>
                </a:cubicBezTo>
                <a:cubicBezTo>
                  <a:pt x="2850210" y="2255521"/>
                  <a:pt x="2866430" y="2241617"/>
                  <a:pt x="2866430" y="2223079"/>
                </a:cubicBezTo>
                <a:cubicBezTo>
                  <a:pt x="2871064" y="2044653"/>
                  <a:pt x="2792278" y="1912569"/>
                  <a:pt x="2787644" y="1905618"/>
                </a:cubicBezTo>
                <a:cubicBezTo>
                  <a:pt x="2685685" y="1761949"/>
                  <a:pt x="2669465" y="1588155"/>
                  <a:pt x="2669465" y="1588155"/>
                </a:cubicBezTo>
                <a:cubicBezTo>
                  <a:pt x="2667147" y="1500100"/>
                  <a:pt x="2725077" y="1365699"/>
                  <a:pt x="2725077" y="1363383"/>
                </a:cubicBezTo>
                <a:cubicBezTo>
                  <a:pt x="2732030" y="1344845"/>
                  <a:pt x="2725077" y="1323989"/>
                  <a:pt x="2706541" y="1317039"/>
                </a:cubicBezTo>
                <a:cubicBezTo>
                  <a:pt x="2697272" y="1313562"/>
                  <a:pt x="2687424" y="1313562"/>
                  <a:pt x="2679023" y="1316748"/>
                </a:cubicBezTo>
                <a:close/>
                <a:moveTo>
                  <a:pt x="3661900" y="43514"/>
                </a:moveTo>
                <a:cubicBezTo>
                  <a:pt x="3687603" y="44654"/>
                  <a:pt x="3700637" y="51823"/>
                  <a:pt x="3700637" y="51823"/>
                </a:cubicBezTo>
                <a:cubicBezTo>
                  <a:pt x="3916142" y="151464"/>
                  <a:pt x="3967122" y="290498"/>
                  <a:pt x="3967122" y="290498"/>
                </a:cubicBezTo>
                <a:lnTo>
                  <a:pt x="3955534" y="436486"/>
                </a:lnTo>
                <a:lnTo>
                  <a:pt x="3917409" y="423225"/>
                </a:lnTo>
                <a:lnTo>
                  <a:pt x="3915737" y="421250"/>
                </a:lnTo>
                <a:cubicBezTo>
                  <a:pt x="3871963" y="370741"/>
                  <a:pt x="3744044" y="234060"/>
                  <a:pt x="3559208" y="129965"/>
                </a:cubicBezTo>
                <a:lnTo>
                  <a:pt x="3496142" y="100266"/>
                </a:lnTo>
                <a:lnTo>
                  <a:pt x="3547157" y="71375"/>
                </a:lnTo>
                <a:cubicBezTo>
                  <a:pt x="3597828" y="47261"/>
                  <a:pt x="3636198" y="42373"/>
                  <a:pt x="3661900" y="43514"/>
                </a:cubicBezTo>
                <a:close/>
                <a:moveTo>
                  <a:pt x="3052075" y="570"/>
                </a:moveTo>
                <a:cubicBezTo>
                  <a:pt x="3056474" y="660"/>
                  <a:pt x="3058764" y="841"/>
                  <a:pt x="3058764" y="841"/>
                </a:cubicBezTo>
                <a:cubicBezTo>
                  <a:pt x="3186213" y="-4952"/>
                  <a:pt x="3304537" y="19669"/>
                  <a:pt x="3410334" y="59859"/>
                </a:cubicBezTo>
                <a:lnTo>
                  <a:pt x="3496142" y="100266"/>
                </a:lnTo>
                <a:lnTo>
                  <a:pt x="3492399" y="102386"/>
                </a:lnTo>
                <a:cubicBezTo>
                  <a:pt x="3472788" y="115186"/>
                  <a:pt x="3451825" y="130610"/>
                  <a:pt x="3429521" y="149148"/>
                </a:cubicBezTo>
                <a:lnTo>
                  <a:pt x="3290487" y="283548"/>
                </a:lnTo>
                <a:lnTo>
                  <a:pt x="3306706" y="325258"/>
                </a:lnTo>
                <a:lnTo>
                  <a:pt x="3302072" y="366969"/>
                </a:lnTo>
                <a:lnTo>
                  <a:pt x="3248776" y="441121"/>
                </a:lnTo>
                <a:lnTo>
                  <a:pt x="3202431" y="448071"/>
                </a:lnTo>
                <a:lnTo>
                  <a:pt x="3163037" y="420264"/>
                </a:lnTo>
                <a:cubicBezTo>
                  <a:pt x="3163037" y="420264"/>
                  <a:pt x="3135230" y="401726"/>
                  <a:pt x="3112058" y="431852"/>
                </a:cubicBezTo>
                <a:lnTo>
                  <a:pt x="3024002" y="554664"/>
                </a:lnTo>
                <a:cubicBezTo>
                  <a:pt x="3024002" y="554664"/>
                  <a:pt x="3012417" y="589424"/>
                  <a:pt x="2961438" y="594059"/>
                </a:cubicBezTo>
                <a:cubicBezTo>
                  <a:pt x="2961438" y="594059"/>
                  <a:pt x="2595314" y="589424"/>
                  <a:pt x="2609215" y="992625"/>
                </a:cubicBezTo>
                <a:cubicBezTo>
                  <a:pt x="2609215" y="992625"/>
                  <a:pt x="2604583" y="1298501"/>
                  <a:pt x="2928997" y="1321673"/>
                </a:cubicBezTo>
                <a:cubicBezTo>
                  <a:pt x="2928997" y="1321673"/>
                  <a:pt x="3281218" y="1328624"/>
                  <a:pt x="3315975" y="992625"/>
                </a:cubicBezTo>
                <a:cubicBezTo>
                  <a:pt x="3315975" y="992625"/>
                  <a:pt x="3339147" y="846637"/>
                  <a:pt x="3253411" y="749313"/>
                </a:cubicBezTo>
                <a:cubicBezTo>
                  <a:pt x="3253411" y="749313"/>
                  <a:pt x="3225604" y="719190"/>
                  <a:pt x="3248776" y="698333"/>
                </a:cubicBezTo>
                <a:lnTo>
                  <a:pt x="3334513" y="605644"/>
                </a:lnTo>
                <a:cubicBezTo>
                  <a:pt x="3334513" y="605644"/>
                  <a:pt x="3350735" y="594059"/>
                  <a:pt x="3334513" y="559299"/>
                </a:cubicBezTo>
                <a:lnTo>
                  <a:pt x="3304390" y="519907"/>
                </a:lnTo>
                <a:lnTo>
                  <a:pt x="3373907" y="434168"/>
                </a:lnTo>
                <a:lnTo>
                  <a:pt x="3415618" y="415630"/>
                </a:lnTo>
                <a:lnTo>
                  <a:pt x="3457328" y="445755"/>
                </a:lnTo>
                <a:cubicBezTo>
                  <a:pt x="3457328" y="445755"/>
                  <a:pt x="3441106" y="457340"/>
                  <a:pt x="3508307" y="417948"/>
                </a:cubicBezTo>
                <a:lnTo>
                  <a:pt x="3744666" y="271960"/>
                </a:lnTo>
                <a:lnTo>
                  <a:pt x="3902239" y="417948"/>
                </a:lnTo>
                <a:lnTo>
                  <a:pt x="3917409" y="423225"/>
                </a:lnTo>
                <a:lnTo>
                  <a:pt x="3928155" y="435919"/>
                </a:lnTo>
                <a:cubicBezTo>
                  <a:pt x="3930944" y="439308"/>
                  <a:pt x="3932365" y="441118"/>
                  <a:pt x="3932365" y="441118"/>
                </a:cubicBezTo>
                <a:cubicBezTo>
                  <a:pt x="4034323" y="429533"/>
                  <a:pt x="4226656" y="772485"/>
                  <a:pt x="4226656" y="772485"/>
                </a:cubicBezTo>
                <a:cubicBezTo>
                  <a:pt x="4273001" y="839684"/>
                  <a:pt x="4307758" y="1043602"/>
                  <a:pt x="4307758" y="1043602"/>
                </a:cubicBezTo>
                <a:cubicBezTo>
                  <a:pt x="4349469" y="1194224"/>
                  <a:pt x="4284586" y="1326305"/>
                  <a:pt x="4284586" y="1326305"/>
                </a:cubicBezTo>
                <a:cubicBezTo>
                  <a:pt x="4335565" y="1117754"/>
                  <a:pt x="4238241" y="1133975"/>
                  <a:pt x="4238241" y="1133975"/>
                </a:cubicBezTo>
                <a:cubicBezTo>
                  <a:pt x="4240560" y="1215078"/>
                  <a:pt x="4164089" y="1326305"/>
                  <a:pt x="4164089" y="1326305"/>
                </a:cubicBezTo>
                <a:cubicBezTo>
                  <a:pt x="4171042" y="1233616"/>
                  <a:pt x="4113110" y="1226665"/>
                  <a:pt x="4113110" y="1226665"/>
                </a:cubicBezTo>
                <a:cubicBezTo>
                  <a:pt x="4113110" y="1349478"/>
                  <a:pt x="4055180" y="1388872"/>
                  <a:pt x="4055180" y="1388872"/>
                </a:cubicBezTo>
                <a:cubicBezTo>
                  <a:pt x="4085303" y="1323990"/>
                  <a:pt x="4038958" y="1300817"/>
                  <a:pt x="4038958" y="1300817"/>
                </a:cubicBezTo>
                <a:cubicBezTo>
                  <a:pt x="3981028" y="1453755"/>
                  <a:pt x="3779426" y="1574252"/>
                  <a:pt x="3779426" y="1574252"/>
                </a:cubicBezTo>
                <a:cubicBezTo>
                  <a:pt x="3712227" y="1615962"/>
                  <a:pt x="3682102" y="1655354"/>
                  <a:pt x="3682102" y="1655354"/>
                </a:cubicBezTo>
                <a:cubicBezTo>
                  <a:pt x="3647345" y="1713287"/>
                  <a:pt x="3665882" y="1921839"/>
                  <a:pt x="3665882" y="1921839"/>
                </a:cubicBezTo>
                <a:cubicBezTo>
                  <a:pt x="3668199" y="1995991"/>
                  <a:pt x="3626488" y="1991356"/>
                  <a:pt x="3626488" y="1991356"/>
                </a:cubicBezTo>
                <a:lnTo>
                  <a:pt x="3515260" y="2002941"/>
                </a:lnTo>
                <a:cubicBezTo>
                  <a:pt x="3510626" y="2088680"/>
                  <a:pt x="3487453" y="2077093"/>
                  <a:pt x="3487453" y="2077093"/>
                </a:cubicBezTo>
                <a:cubicBezTo>
                  <a:pt x="3429523" y="2060873"/>
                  <a:pt x="3417936" y="2088680"/>
                  <a:pt x="3417936" y="2088680"/>
                </a:cubicBezTo>
                <a:cubicBezTo>
                  <a:pt x="3417936" y="2135025"/>
                  <a:pt x="3387813" y="2146610"/>
                  <a:pt x="3387813" y="2146610"/>
                </a:cubicBezTo>
                <a:cubicBezTo>
                  <a:pt x="3346103" y="2165148"/>
                  <a:pt x="3306708" y="2141976"/>
                  <a:pt x="3306708" y="2141976"/>
                </a:cubicBezTo>
                <a:cubicBezTo>
                  <a:pt x="3295123" y="2172101"/>
                  <a:pt x="3288170" y="2211493"/>
                  <a:pt x="3288170" y="2211493"/>
                </a:cubicBezTo>
                <a:cubicBezTo>
                  <a:pt x="3230240" y="2304183"/>
                  <a:pt x="3144501" y="2223080"/>
                  <a:pt x="3144501" y="2223080"/>
                </a:cubicBezTo>
                <a:cubicBezTo>
                  <a:pt x="3109744" y="2162832"/>
                  <a:pt x="3051811" y="2169783"/>
                  <a:pt x="3051811" y="2169783"/>
                </a:cubicBezTo>
                <a:cubicBezTo>
                  <a:pt x="2942902" y="2190639"/>
                  <a:pt x="2959121" y="2313452"/>
                  <a:pt x="2959121" y="2313452"/>
                </a:cubicBezTo>
                <a:cubicBezTo>
                  <a:pt x="2959121" y="2429314"/>
                  <a:pt x="3040226" y="2445536"/>
                  <a:pt x="3040226" y="2445536"/>
                </a:cubicBezTo>
                <a:lnTo>
                  <a:pt x="3241825" y="2614694"/>
                </a:lnTo>
                <a:lnTo>
                  <a:pt x="3276585" y="2656404"/>
                </a:lnTo>
                <a:cubicBezTo>
                  <a:pt x="3410985" y="2540542"/>
                  <a:pt x="3531482" y="2563714"/>
                  <a:pt x="3531482" y="2563714"/>
                </a:cubicBezTo>
                <a:cubicBezTo>
                  <a:pt x="3867482" y="2596156"/>
                  <a:pt x="3967124" y="2869591"/>
                  <a:pt x="3967124" y="2869591"/>
                </a:cubicBezTo>
                <a:lnTo>
                  <a:pt x="4006516" y="2869591"/>
                </a:lnTo>
                <a:cubicBezTo>
                  <a:pt x="4041276" y="2783854"/>
                  <a:pt x="4175677" y="2656404"/>
                  <a:pt x="4175677" y="2656404"/>
                </a:cubicBezTo>
                <a:lnTo>
                  <a:pt x="4205003" y="2639946"/>
                </a:lnTo>
                <a:lnTo>
                  <a:pt x="4201345" y="2650177"/>
                </a:lnTo>
                <a:cubicBezTo>
                  <a:pt x="4198412" y="2664515"/>
                  <a:pt x="4197108" y="2681894"/>
                  <a:pt x="4198846" y="2702749"/>
                </a:cubicBezTo>
                <a:cubicBezTo>
                  <a:pt x="4198846" y="2702749"/>
                  <a:pt x="4240556" y="2783854"/>
                  <a:pt x="4187261" y="2848737"/>
                </a:cubicBezTo>
                <a:lnTo>
                  <a:pt x="4082983" y="2969234"/>
                </a:lnTo>
                <a:cubicBezTo>
                  <a:pt x="4082983" y="2969234"/>
                  <a:pt x="4036638" y="3031798"/>
                  <a:pt x="4078349" y="3092046"/>
                </a:cubicBezTo>
                <a:lnTo>
                  <a:pt x="4117743" y="3138391"/>
                </a:lnTo>
                <a:cubicBezTo>
                  <a:pt x="4117743" y="3138391"/>
                  <a:pt x="4147866" y="3177786"/>
                  <a:pt x="4226653" y="3052654"/>
                </a:cubicBezTo>
                <a:lnTo>
                  <a:pt x="4422563" y="2763414"/>
                </a:lnTo>
                <a:lnTo>
                  <a:pt x="4428835" y="2767452"/>
                </a:lnTo>
                <a:cubicBezTo>
                  <a:pt x="4436801" y="2771978"/>
                  <a:pt x="4442159" y="2774585"/>
                  <a:pt x="4442159" y="2774585"/>
                </a:cubicBezTo>
                <a:cubicBezTo>
                  <a:pt x="4488504" y="2774585"/>
                  <a:pt x="4446793" y="2874225"/>
                  <a:pt x="4446793" y="2874225"/>
                </a:cubicBezTo>
                <a:cubicBezTo>
                  <a:pt x="4432890" y="2904350"/>
                  <a:pt x="4463015" y="2950695"/>
                  <a:pt x="4463015" y="2950695"/>
                </a:cubicBezTo>
                <a:cubicBezTo>
                  <a:pt x="4527898" y="2978502"/>
                  <a:pt x="4493138" y="3036432"/>
                  <a:pt x="4493138" y="3036432"/>
                </a:cubicBezTo>
                <a:cubicBezTo>
                  <a:pt x="4446793" y="3071192"/>
                  <a:pt x="4428255" y="3145344"/>
                  <a:pt x="4428255" y="3145344"/>
                </a:cubicBezTo>
                <a:cubicBezTo>
                  <a:pt x="4386545" y="3265841"/>
                  <a:pt x="4312393" y="3307551"/>
                  <a:pt x="4312393" y="3307551"/>
                </a:cubicBezTo>
                <a:cubicBezTo>
                  <a:pt x="4578877" y="3516103"/>
                  <a:pt x="4887070" y="3949429"/>
                  <a:pt x="4887070" y="3949429"/>
                </a:cubicBezTo>
                <a:cubicBezTo>
                  <a:pt x="4907926" y="4056020"/>
                  <a:pt x="4914877" y="4141759"/>
                  <a:pt x="4914877" y="4141759"/>
                </a:cubicBezTo>
                <a:cubicBezTo>
                  <a:pt x="4910242" y="4382753"/>
                  <a:pt x="4845359" y="4598258"/>
                  <a:pt x="4845359" y="4598258"/>
                </a:cubicBezTo>
                <a:cubicBezTo>
                  <a:pt x="4898657" y="4776685"/>
                  <a:pt x="5095622" y="4938892"/>
                  <a:pt x="5095622" y="4938892"/>
                </a:cubicBezTo>
                <a:cubicBezTo>
                  <a:pt x="5160505" y="4880959"/>
                  <a:pt x="5230022" y="4874009"/>
                  <a:pt x="5230022" y="4874009"/>
                </a:cubicBezTo>
                <a:cubicBezTo>
                  <a:pt x="5320396" y="4885594"/>
                  <a:pt x="5408451" y="4890228"/>
                  <a:pt x="5408451" y="4890228"/>
                </a:cubicBezTo>
                <a:cubicBezTo>
                  <a:pt x="5554436" y="4899500"/>
                  <a:pt x="5658714" y="4836933"/>
                  <a:pt x="5658714" y="4836933"/>
                </a:cubicBezTo>
                <a:cubicBezTo>
                  <a:pt x="5765307" y="4776685"/>
                  <a:pt x="5793114" y="4853155"/>
                  <a:pt x="5793114" y="4853155"/>
                </a:cubicBezTo>
                <a:cubicBezTo>
                  <a:pt x="5816286" y="4911085"/>
                  <a:pt x="5742135" y="4992190"/>
                  <a:pt x="5742135" y="4992190"/>
                </a:cubicBezTo>
                <a:cubicBezTo>
                  <a:pt x="5832506" y="4989871"/>
                  <a:pt x="5943734" y="4938892"/>
                  <a:pt x="5943734" y="4938892"/>
                </a:cubicBezTo>
                <a:cubicBezTo>
                  <a:pt x="6048011" y="4864740"/>
                  <a:pt x="6249610" y="4834614"/>
                  <a:pt x="6249610" y="4834614"/>
                </a:cubicBezTo>
                <a:cubicBezTo>
                  <a:pt x="6377059" y="4799857"/>
                  <a:pt x="6358521" y="4920354"/>
                  <a:pt x="6358521" y="4920354"/>
                </a:cubicBezTo>
                <a:lnTo>
                  <a:pt x="6377059" y="4927304"/>
                </a:lnTo>
                <a:lnTo>
                  <a:pt x="6388645" y="4943526"/>
                </a:lnTo>
                <a:lnTo>
                  <a:pt x="6381694" y="4982918"/>
                </a:lnTo>
                <a:lnTo>
                  <a:pt x="6416451" y="5001456"/>
                </a:lnTo>
                <a:lnTo>
                  <a:pt x="6428039" y="5019994"/>
                </a:lnTo>
                <a:lnTo>
                  <a:pt x="6416451" y="5077926"/>
                </a:lnTo>
                <a:lnTo>
                  <a:pt x="6428039" y="5105733"/>
                </a:lnTo>
                <a:lnTo>
                  <a:pt x="6441943" y="5168298"/>
                </a:lnTo>
                <a:lnTo>
                  <a:pt x="6423405" y="5198423"/>
                </a:lnTo>
                <a:lnTo>
                  <a:pt x="6423405" y="5240133"/>
                </a:lnTo>
                <a:lnTo>
                  <a:pt x="6381694" y="5267940"/>
                </a:lnTo>
                <a:cubicBezTo>
                  <a:pt x="6316811" y="5291113"/>
                  <a:pt x="6177777" y="5402341"/>
                  <a:pt x="6177777" y="5402341"/>
                </a:cubicBezTo>
                <a:cubicBezTo>
                  <a:pt x="6075818" y="5513568"/>
                  <a:pt x="5906658" y="5536741"/>
                  <a:pt x="5906658" y="5536741"/>
                </a:cubicBezTo>
                <a:cubicBezTo>
                  <a:pt x="5605416" y="5578451"/>
                  <a:pt x="5408451" y="5733708"/>
                  <a:pt x="5408451" y="5733708"/>
                </a:cubicBezTo>
                <a:cubicBezTo>
                  <a:pt x="5223072" y="5937623"/>
                  <a:pt x="5079402" y="5895915"/>
                  <a:pt x="5079402" y="5895915"/>
                </a:cubicBezTo>
                <a:cubicBezTo>
                  <a:pt x="4928780" y="5898231"/>
                  <a:pt x="4870850" y="5694314"/>
                  <a:pt x="4870850" y="5694314"/>
                </a:cubicBezTo>
                <a:cubicBezTo>
                  <a:pt x="4856947" y="5546010"/>
                  <a:pt x="4748035" y="5620162"/>
                  <a:pt x="4748035" y="5620162"/>
                </a:cubicBezTo>
                <a:lnTo>
                  <a:pt x="4666933" y="5701264"/>
                </a:lnTo>
                <a:cubicBezTo>
                  <a:pt x="4534848" y="5851886"/>
                  <a:pt x="4372641" y="5752243"/>
                  <a:pt x="4372641" y="5752243"/>
                </a:cubicBezTo>
                <a:cubicBezTo>
                  <a:pt x="4254463" y="5682726"/>
                  <a:pt x="4284586" y="5381484"/>
                  <a:pt x="4284586" y="5381484"/>
                </a:cubicBezTo>
                <a:cubicBezTo>
                  <a:pt x="4191896" y="4994506"/>
                  <a:pt x="3913827" y="4582036"/>
                  <a:pt x="3913827" y="4582036"/>
                </a:cubicBezTo>
                <a:cubicBezTo>
                  <a:pt x="3875013" y="4552202"/>
                  <a:pt x="3838227" y="4517950"/>
                  <a:pt x="3803568" y="4480852"/>
                </a:cubicBezTo>
                <a:lnTo>
                  <a:pt x="3800007" y="4476532"/>
                </a:lnTo>
                <a:lnTo>
                  <a:pt x="3780527" y="4590443"/>
                </a:lnTo>
                <a:lnTo>
                  <a:pt x="3780525" y="4590467"/>
                </a:lnTo>
                <a:lnTo>
                  <a:pt x="3765094" y="4735131"/>
                </a:lnTo>
                <a:lnTo>
                  <a:pt x="3765092" y="4735183"/>
                </a:lnTo>
                <a:lnTo>
                  <a:pt x="3765094" y="4735132"/>
                </a:lnTo>
                <a:lnTo>
                  <a:pt x="3765902" y="4727558"/>
                </a:lnTo>
                <a:lnTo>
                  <a:pt x="3763880" y="4767502"/>
                </a:lnTo>
                <a:lnTo>
                  <a:pt x="3761087" y="4841968"/>
                </a:lnTo>
                <a:lnTo>
                  <a:pt x="3761604" y="4880319"/>
                </a:lnTo>
                <a:lnTo>
                  <a:pt x="3764152" y="4948933"/>
                </a:lnTo>
                <a:lnTo>
                  <a:pt x="3765139" y="4957284"/>
                </a:lnTo>
                <a:lnTo>
                  <a:pt x="3763636" y="4934981"/>
                </a:lnTo>
                <a:lnTo>
                  <a:pt x="3766230" y="4966518"/>
                </a:lnTo>
                <a:lnTo>
                  <a:pt x="3771090" y="5007656"/>
                </a:lnTo>
                <a:lnTo>
                  <a:pt x="3774769" y="5031180"/>
                </a:lnTo>
                <a:lnTo>
                  <a:pt x="3781007" y="5061338"/>
                </a:lnTo>
                <a:lnTo>
                  <a:pt x="3784037" y="5074110"/>
                </a:lnTo>
                <a:lnTo>
                  <a:pt x="3782356" y="5067859"/>
                </a:lnTo>
                <a:lnTo>
                  <a:pt x="3783197" y="5071928"/>
                </a:lnTo>
                <a:lnTo>
                  <a:pt x="3790925" y="5097158"/>
                </a:lnTo>
                <a:lnTo>
                  <a:pt x="3792279" y="5101288"/>
                </a:lnTo>
                <a:lnTo>
                  <a:pt x="3791572" y="5099273"/>
                </a:lnTo>
                <a:lnTo>
                  <a:pt x="3792746" y="5103106"/>
                </a:lnTo>
                <a:cubicBezTo>
                  <a:pt x="3795435" y="5110379"/>
                  <a:pt x="3797462" y="5114615"/>
                  <a:pt x="3798331" y="5116063"/>
                </a:cubicBezTo>
                <a:lnTo>
                  <a:pt x="3798364" y="5116122"/>
                </a:lnTo>
                <a:lnTo>
                  <a:pt x="3798347" y="5116093"/>
                </a:lnTo>
                <a:lnTo>
                  <a:pt x="3841530" y="5195336"/>
                </a:lnTo>
                <a:lnTo>
                  <a:pt x="3838161" y="5187944"/>
                </a:lnTo>
                <a:lnTo>
                  <a:pt x="3840723" y="5192568"/>
                </a:lnTo>
                <a:lnTo>
                  <a:pt x="3843401" y="5198769"/>
                </a:lnTo>
                <a:lnTo>
                  <a:pt x="3845921" y="5203395"/>
                </a:lnTo>
                <a:lnTo>
                  <a:pt x="3852185" y="5218716"/>
                </a:lnTo>
                <a:lnTo>
                  <a:pt x="3864731" y="5246247"/>
                </a:lnTo>
                <a:lnTo>
                  <a:pt x="3867285" y="5254086"/>
                </a:lnTo>
                <a:lnTo>
                  <a:pt x="3855237" y="5226182"/>
                </a:lnTo>
                <a:lnTo>
                  <a:pt x="3869801" y="5261806"/>
                </a:lnTo>
                <a:lnTo>
                  <a:pt x="3867285" y="5254086"/>
                </a:lnTo>
                <a:lnTo>
                  <a:pt x="3873002" y="5267325"/>
                </a:lnTo>
                <a:lnTo>
                  <a:pt x="3876971" y="5279345"/>
                </a:lnTo>
                <a:lnTo>
                  <a:pt x="3880558" y="5288119"/>
                </a:lnTo>
                <a:lnTo>
                  <a:pt x="3887016" y="5309765"/>
                </a:lnTo>
                <a:lnTo>
                  <a:pt x="3896534" y="5338590"/>
                </a:lnTo>
                <a:lnTo>
                  <a:pt x="3900713" y="5355679"/>
                </a:lnTo>
                <a:lnTo>
                  <a:pt x="3904278" y="5367630"/>
                </a:lnTo>
                <a:lnTo>
                  <a:pt x="3907819" y="5384732"/>
                </a:lnTo>
                <a:lnTo>
                  <a:pt x="3912682" y="5404615"/>
                </a:lnTo>
                <a:lnTo>
                  <a:pt x="3916297" y="5425687"/>
                </a:lnTo>
                <a:lnTo>
                  <a:pt x="3919119" y="5439319"/>
                </a:lnTo>
                <a:lnTo>
                  <a:pt x="3920656" y="5451099"/>
                </a:lnTo>
                <a:lnTo>
                  <a:pt x="3922811" y="5463655"/>
                </a:lnTo>
                <a:lnTo>
                  <a:pt x="3923396" y="5469029"/>
                </a:lnTo>
                <a:lnTo>
                  <a:pt x="3922100" y="5462160"/>
                </a:lnTo>
                <a:lnTo>
                  <a:pt x="3925391" y="5487370"/>
                </a:lnTo>
                <a:lnTo>
                  <a:pt x="3923396" y="5469029"/>
                </a:lnTo>
                <a:lnTo>
                  <a:pt x="3923846" y="5471418"/>
                </a:lnTo>
                <a:lnTo>
                  <a:pt x="3925984" y="5491912"/>
                </a:lnTo>
                <a:lnTo>
                  <a:pt x="3927116" y="5500582"/>
                </a:lnTo>
                <a:lnTo>
                  <a:pt x="3927510" y="5506529"/>
                </a:lnTo>
                <a:lnTo>
                  <a:pt x="3928283" y="5513946"/>
                </a:lnTo>
                <a:lnTo>
                  <a:pt x="3927561" y="5507308"/>
                </a:lnTo>
                <a:lnTo>
                  <a:pt x="3929661" y="5539050"/>
                </a:lnTo>
                <a:lnTo>
                  <a:pt x="3928286" y="5513976"/>
                </a:lnTo>
                <a:lnTo>
                  <a:pt x="3930307" y="5548810"/>
                </a:lnTo>
                <a:lnTo>
                  <a:pt x="3930341" y="5551457"/>
                </a:lnTo>
                <a:lnTo>
                  <a:pt x="3930341" y="5551462"/>
                </a:lnTo>
                <a:lnTo>
                  <a:pt x="3930341" y="5551461"/>
                </a:lnTo>
                <a:lnTo>
                  <a:pt x="3930728" y="5581396"/>
                </a:lnTo>
                <a:cubicBezTo>
                  <a:pt x="3930633" y="5589361"/>
                  <a:pt x="3930415" y="5594286"/>
                  <a:pt x="3930415" y="5595734"/>
                </a:cubicBezTo>
                <a:cubicBezTo>
                  <a:pt x="3930415" y="5841362"/>
                  <a:pt x="3670884" y="5936368"/>
                  <a:pt x="3531849" y="5952590"/>
                </a:cubicBezTo>
                <a:lnTo>
                  <a:pt x="3527214" y="5952590"/>
                </a:lnTo>
                <a:lnTo>
                  <a:pt x="2732397" y="5959540"/>
                </a:lnTo>
                <a:cubicBezTo>
                  <a:pt x="2642026" y="5957224"/>
                  <a:pt x="2588728" y="5947955"/>
                  <a:pt x="2579459" y="5906245"/>
                </a:cubicBezTo>
                <a:cubicBezTo>
                  <a:pt x="2575984" y="5887707"/>
                  <a:pt x="2584095" y="5872066"/>
                  <a:pt x="2597129" y="5859320"/>
                </a:cubicBezTo>
                <a:lnTo>
                  <a:pt x="2603445" y="5855368"/>
                </a:lnTo>
                <a:lnTo>
                  <a:pt x="2607725" y="5850306"/>
                </a:lnTo>
                <a:lnTo>
                  <a:pt x="2644327" y="5829784"/>
                </a:lnTo>
                <a:lnTo>
                  <a:pt x="2644342" y="5829774"/>
                </a:lnTo>
                <a:lnTo>
                  <a:pt x="2648977" y="5827458"/>
                </a:lnTo>
                <a:lnTo>
                  <a:pt x="2838991" y="5804286"/>
                </a:lnTo>
                <a:lnTo>
                  <a:pt x="2924459" y="5760242"/>
                </a:lnTo>
                <a:lnTo>
                  <a:pt x="2939190" y="5750127"/>
                </a:lnTo>
                <a:lnTo>
                  <a:pt x="2928157" y="5758336"/>
                </a:lnTo>
                <a:lnTo>
                  <a:pt x="2933138" y="5755769"/>
                </a:lnTo>
                <a:lnTo>
                  <a:pt x="2945690" y="5745664"/>
                </a:lnTo>
                <a:lnTo>
                  <a:pt x="2939190" y="5750127"/>
                </a:lnTo>
                <a:lnTo>
                  <a:pt x="2951805" y="5740741"/>
                </a:lnTo>
                <a:lnTo>
                  <a:pt x="2991960" y="5708411"/>
                </a:lnTo>
                <a:lnTo>
                  <a:pt x="2999083" y="5701683"/>
                </a:lnTo>
                <a:lnTo>
                  <a:pt x="2995389" y="5705651"/>
                </a:lnTo>
                <a:lnTo>
                  <a:pt x="3002574" y="5699865"/>
                </a:lnTo>
                <a:lnTo>
                  <a:pt x="3007940" y="5693316"/>
                </a:lnTo>
                <a:lnTo>
                  <a:pt x="2999083" y="5701683"/>
                </a:lnTo>
                <a:lnTo>
                  <a:pt x="3015770" y="5683760"/>
                </a:lnTo>
                <a:lnTo>
                  <a:pt x="3043765" y="5649590"/>
                </a:lnTo>
                <a:lnTo>
                  <a:pt x="3058504" y="5626794"/>
                </a:lnTo>
                <a:lnTo>
                  <a:pt x="3076362" y="5593489"/>
                </a:lnTo>
                <a:lnTo>
                  <a:pt x="3085707" y="5572196"/>
                </a:lnTo>
                <a:lnTo>
                  <a:pt x="3079581" y="5587486"/>
                </a:lnTo>
                <a:lnTo>
                  <a:pt x="3082303" y="5582409"/>
                </a:lnTo>
                <a:lnTo>
                  <a:pt x="3085724" y="5572159"/>
                </a:lnTo>
                <a:lnTo>
                  <a:pt x="3085707" y="5572196"/>
                </a:lnTo>
                <a:lnTo>
                  <a:pt x="3085731" y="5572137"/>
                </a:lnTo>
                <a:lnTo>
                  <a:pt x="3094935" y="5544559"/>
                </a:lnTo>
                <a:lnTo>
                  <a:pt x="3107378" y="5488445"/>
                </a:lnTo>
                <a:lnTo>
                  <a:pt x="3106519" y="5493901"/>
                </a:lnTo>
                <a:lnTo>
                  <a:pt x="3108152" y="5484955"/>
                </a:lnTo>
                <a:lnTo>
                  <a:pt x="3107378" y="5488445"/>
                </a:lnTo>
                <a:lnTo>
                  <a:pt x="3108324" y="5482442"/>
                </a:lnTo>
                <a:lnTo>
                  <a:pt x="3110246" y="5454019"/>
                </a:lnTo>
                <a:cubicBezTo>
                  <a:pt x="3110364" y="5446379"/>
                  <a:pt x="3110110" y="5441636"/>
                  <a:pt x="3110110" y="5440477"/>
                </a:cubicBezTo>
                <a:lnTo>
                  <a:pt x="3110110" y="5438161"/>
                </a:lnTo>
                <a:lnTo>
                  <a:pt x="3110110" y="5435843"/>
                </a:lnTo>
                <a:cubicBezTo>
                  <a:pt x="3117060" y="5204118"/>
                  <a:pt x="2927046" y="4963125"/>
                  <a:pt x="2924730" y="4960809"/>
                </a:cubicBezTo>
                <a:lnTo>
                  <a:pt x="2922412" y="4958490"/>
                </a:lnTo>
                <a:cubicBezTo>
                  <a:pt x="2822771" y="4817139"/>
                  <a:pt x="2762523" y="4613222"/>
                  <a:pt x="2760204" y="4603953"/>
                </a:cubicBezTo>
                <a:lnTo>
                  <a:pt x="2722191" y="4445126"/>
                </a:lnTo>
                <a:lnTo>
                  <a:pt x="2698632" y="4468138"/>
                </a:lnTo>
                <a:cubicBezTo>
                  <a:pt x="2650567" y="4512048"/>
                  <a:pt x="2627756" y="4524104"/>
                  <a:pt x="2627756" y="4524104"/>
                </a:cubicBezTo>
                <a:cubicBezTo>
                  <a:pt x="2542017" y="4563498"/>
                  <a:pt x="2565190" y="4679360"/>
                  <a:pt x="2565190" y="4679360"/>
                </a:cubicBezTo>
                <a:cubicBezTo>
                  <a:pt x="2604584" y="4880959"/>
                  <a:pt x="2542017" y="4904132"/>
                  <a:pt x="2542017" y="4904132"/>
                </a:cubicBezTo>
                <a:cubicBezTo>
                  <a:pt x="2465549" y="4943526"/>
                  <a:pt x="2518845" y="5066339"/>
                  <a:pt x="2518845" y="5066339"/>
                </a:cubicBezTo>
                <a:cubicBezTo>
                  <a:pt x="2588362" y="5205376"/>
                  <a:pt x="2495672" y="5198423"/>
                  <a:pt x="2495672" y="5198423"/>
                </a:cubicBezTo>
                <a:lnTo>
                  <a:pt x="2442377" y="5237815"/>
                </a:lnTo>
                <a:lnTo>
                  <a:pt x="2402982" y="5400022"/>
                </a:lnTo>
                <a:lnTo>
                  <a:pt x="2270901" y="5439417"/>
                </a:lnTo>
                <a:lnTo>
                  <a:pt x="2148085" y="5492712"/>
                </a:lnTo>
                <a:cubicBezTo>
                  <a:pt x="2016004" y="5654919"/>
                  <a:pt x="1969659" y="5631747"/>
                  <a:pt x="1969659" y="5631747"/>
                </a:cubicBezTo>
                <a:cubicBezTo>
                  <a:pt x="1916361" y="5715170"/>
                  <a:pt x="1730981" y="5800907"/>
                  <a:pt x="1730981" y="5800907"/>
                </a:cubicBezTo>
                <a:cubicBezTo>
                  <a:pt x="1422789" y="5932989"/>
                  <a:pt x="827256" y="5893597"/>
                  <a:pt x="827256" y="5893597"/>
                </a:cubicBezTo>
                <a:cubicBezTo>
                  <a:pt x="287339" y="5777734"/>
                  <a:pt x="340634" y="5274893"/>
                  <a:pt x="340634" y="5274893"/>
                </a:cubicBezTo>
                <a:lnTo>
                  <a:pt x="148304" y="5298066"/>
                </a:lnTo>
                <a:cubicBezTo>
                  <a:pt x="139035" y="5075608"/>
                  <a:pt x="62564" y="4850836"/>
                  <a:pt x="62564" y="4850836"/>
                </a:cubicBezTo>
                <a:cubicBezTo>
                  <a:pt x="139035" y="4741925"/>
                  <a:pt x="139035" y="4341042"/>
                  <a:pt x="139035" y="4341042"/>
                </a:cubicBezTo>
                <a:cubicBezTo>
                  <a:pt x="46345" y="4371165"/>
                  <a:pt x="6951" y="4579717"/>
                  <a:pt x="6951" y="4579717"/>
                </a:cubicBezTo>
                <a:cubicBezTo>
                  <a:pt x="-9269" y="4440683"/>
                  <a:pt x="122813" y="4109318"/>
                  <a:pt x="122813" y="4109318"/>
                </a:cubicBezTo>
                <a:cubicBezTo>
                  <a:pt x="62564" y="4257622"/>
                  <a:pt x="0" y="4287745"/>
                  <a:pt x="0" y="4287745"/>
                </a:cubicBezTo>
                <a:cubicBezTo>
                  <a:pt x="99641" y="4000406"/>
                  <a:pt x="76468" y="3738559"/>
                  <a:pt x="76468" y="3738559"/>
                </a:cubicBezTo>
                <a:cubicBezTo>
                  <a:pt x="62564" y="3536957"/>
                  <a:pt x="139035" y="3390972"/>
                  <a:pt x="139035" y="3390972"/>
                </a:cubicBezTo>
                <a:cubicBezTo>
                  <a:pt x="92690" y="3400241"/>
                  <a:pt x="23173" y="3499881"/>
                  <a:pt x="23173" y="3499881"/>
                </a:cubicBezTo>
                <a:cubicBezTo>
                  <a:pt x="69518" y="3159247"/>
                  <a:pt x="308193" y="2811661"/>
                  <a:pt x="308193" y="2811661"/>
                </a:cubicBezTo>
                <a:cubicBezTo>
                  <a:pt x="252579" y="2811661"/>
                  <a:pt x="220137" y="2827880"/>
                  <a:pt x="203918" y="2839468"/>
                </a:cubicBezTo>
                <a:lnTo>
                  <a:pt x="495891" y="2582252"/>
                </a:lnTo>
                <a:cubicBezTo>
                  <a:pt x="665048" y="2433949"/>
                  <a:pt x="780911" y="2102584"/>
                  <a:pt x="780911" y="2102584"/>
                </a:cubicBezTo>
                <a:cubicBezTo>
                  <a:pt x="880553" y="1847687"/>
                  <a:pt x="1035808" y="1646085"/>
                  <a:pt x="1035808" y="1646085"/>
                </a:cubicBezTo>
                <a:cubicBezTo>
                  <a:pt x="1290705" y="1305452"/>
                  <a:pt x="1622072" y="1235934"/>
                  <a:pt x="1622072" y="1235934"/>
                </a:cubicBezTo>
                <a:cubicBezTo>
                  <a:pt x="2022954" y="1106168"/>
                  <a:pt x="2039176" y="974084"/>
                  <a:pt x="2039176" y="974084"/>
                </a:cubicBezTo>
                <a:cubicBezTo>
                  <a:pt x="2445418" y="18221"/>
                  <a:pt x="2986079" y="-788"/>
                  <a:pt x="3052075" y="57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1D611D-C3B2-4C58-878D-5AC2D7575591}"/>
              </a:ext>
            </a:extLst>
          </p:cNvPr>
          <p:cNvSpPr/>
          <p:nvPr/>
        </p:nvSpPr>
        <p:spPr>
          <a:xfrm>
            <a:off x="2337312" y="3415880"/>
            <a:ext cx="46345" cy="46345"/>
          </a:xfrm>
          <a:custGeom>
            <a:avLst/>
            <a:gdLst>
              <a:gd name="connsiteX0" fmla="*/ 7144 w 19050"/>
              <a:gd name="connsiteY0" fmla="*/ 11906 h 19050"/>
              <a:gd name="connsiteX1" fmla="*/ 11906 w 19050"/>
              <a:gd name="connsiteY1" fmla="*/ 7144 h 19050"/>
              <a:gd name="connsiteX2" fmla="*/ 7144 w 19050"/>
              <a:gd name="connsiteY2" fmla="*/ 11906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" h="19050">
                <a:moveTo>
                  <a:pt x="7144" y="11906"/>
                </a:moveTo>
                <a:lnTo>
                  <a:pt x="11906" y="7144"/>
                </a:lnTo>
                <a:cubicBezTo>
                  <a:pt x="9049" y="10001"/>
                  <a:pt x="7144" y="11906"/>
                  <a:pt x="7144" y="11906"/>
                </a:cubicBezTo>
                <a:close/>
              </a:path>
            </a:pathLst>
          </a:custGeom>
          <a:solidFill>
            <a:srgbClr val="A3807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06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362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2583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7906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00A7039-1DDB-472F-9FAF-AF9E9A013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5467" y="3037459"/>
            <a:ext cx="5129174" cy="2697947"/>
          </a:xfrm>
        </p:spPr>
        <p:txBody>
          <a:bodyPr/>
          <a:lstStyle/>
          <a:p>
            <a:pPr algn="r"/>
            <a:r>
              <a:rPr lang="en-US" dirty="0" err="1"/>
              <a:t>Blazor</a:t>
            </a:r>
            <a:r>
              <a:rPr lang="en-US"/>
              <a:t> – Two ways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202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49E9E6-7477-44C5-A5E8-4B062B5CE1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CA" dirty="0" err="1"/>
              <a:t>Blazor</a:t>
            </a:r>
            <a:r>
              <a:rPr lang="en-CA" dirty="0"/>
              <a:t> WASM vs Server</a:t>
            </a:r>
          </a:p>
          <a:p>
            <a:r>
              <a:rPr lang="en-CA" dirty="0" err="1"/>
              <a:t>SignalR</a:t>
            </a:r>
            <a:endParaRPr lang="en-CA" dirty="0"/>
          </a:p>
          <a:p>
            <a:r>
              <a:rPr lang="en-CA" dirty="0"/>
              <a:t>Pros and Cons</a:t>
            </a:r>
          </a:p>
          <a:p>
            <a:r>
              <a:rPr lang="en-CA" dirty="0"/>
              <a:t>Making the Choice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74E1FA-3C70-498D-A0F8-176D62AF2F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CA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61341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682F-C600-4FD1-AAC6-86B43AA8C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Blazor</a:t>
            </a:r>
            <a:r>
              <a:rPr lang="en-CA" dirty="0"/>
              <a:t> (general)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8D0C6-9DB6-4114-995C-7367E9DDE35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lIns="91440" tIns="45720" rIns="91440" bIns="45720" anchor="t"/>
          <a:lstStyle/>
          <a:p>
            <a:r>
              <a:rPr lang="en-CA" dirty="0">
                <a:ea typeface="+mn-lt"/>
                <a:cs typeface="+mn-lt"/>
              </a:rPr>
              <a:t>Blazor lets .NET developers build web apps with </a:t>
            </a:r>
            <a:r>
              <a:rPr lang="en-CA" b="1" dirty="0">
                <a:ea typeface="+mn-lt"/>
                <a:cs typeface="+mn-lt"/>
              </a:rPr>
              <a:t>C# + HTML + CSS</a:t>
            </a:r>
            <a:r>
              <a:rPr lang="en-CA" dirty="0">
                <a:ea typeface="+mn-lt"/>
                <a:cs typeface="+mn-lt"/>
              </a:rPr>
              <a:t>, no need for JavaScript frameworks like React or Angular.</a:t>
            </a:r>
            <a:endParaRPr lang="en-CA" dirty="0"/>
          </a:p>
          <a:p>
            <a:endParaRPr lang="en-CA" dirty="0"/>
          </a:p>
          <a:p>
            <a:r>
              <a:rPr lang="en-CA" dirty="0"/>
              <a:t>Rich client-side interactivity</a:t>
            </a:r>
            <a:endParaRPr lang="en-CA" dirty="0">
              <a:cs typeface="Arial"/>
            </a:endParaRPr>
          </a:p>
          <a:p>
            <a:pPr lvl="1"/>
            <a:r>
              <a:rPr lang="en-CA" dirty="0"/>
              <a:t>A la JS Frameworks: React, </a:t>
            </a:r>
            <a:r>
              <a:rPr lang="en-CA" dirty="0" err="1"/>
              <a:t>VueJS</a:t>
            </a:r>
            <a:r>
              <a:rPr lang="en-CA" dirty="0"/>
              <a:t>, Angular</a:t>
            </a:r>
          </a:p>
          <a:p>
            <a:pPr lvl="1"/>
            <a:r>
              <a:rPr lang="en-CA" dirty="0"/>
              <a:t>C# (more transferrable skills for C# developers)</a:t>
            </a:r>
          </a:p>
          <a:p>
            <a:pPr lvl="1"/>
            <a:endParaRPr lang="en-CA" dirty="0"/>
          </a:p>
          <a:p>
            <a:r>
              <a:rPr lang="en-CA" dirty="0"/>
              <a:t>Summary</a:t>
            </a:r>
          </a:p>
          <a:p>
            <a:pPr lvl="1"/>
            <a:r>
              <a:rPr lang="en-CA" dirty="0"/>
              <a:t>Avoid learning JavaScript frameworks</a:t>
            </a:r>
          </a:p>
          <a:p>
            <a:pPr lvl="1"/>
            <a:r>
              <a:rPr lang="en-CA" dirty="0"/>
              <a:t>Stick with C#, stick with Microsoft</a:t>
            </a:r>
          </a:p>
        </p:txBody>
      </p:sp>
    </p:spTree>
    <p:extLst>
      <p:ext uri="{BB962C8B-B14F-4D97-AF65-F5344CB8AC3E}">
        <p14:creationId xmlns:p14="http://schemas.microsoft.com/office/powerpoint/2010/main" val="3142067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682F-C600-4FD1-AAC6-86B43AA8C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Blazor</a:t>
            </a:r>
            <a:r>
              <a:rPr lang="en-CA" dirty="0"/>
              <a:t> Server vs </a:t>
            </a:r>
            <a:r>
              <a:rPr lang="en-CA" dirty="0" err="1"/>
              <a:t>Blazor</a:t>
            </a:r>
            <a:r>
              <a:rPr lang="en-CA" dirty="0"/>
              <a:t> </a:t>
            </a:r>
            <a:r>
              <a:rPr lang="en-CA" dirty="0" err="1"/>
              <a:t>WebAssembly</a:t>
            </a:r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334E3A-0D43-46D3-AF40-9C615B09D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489" y="907780"/>
            <a:ext cx="7583058" cy="2521171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50EDDA-8138-9171-F2B1-B606A1FCC8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350951"/>
              </p:ext>
            </p:extLst>
          </p:nvPr>
        </p:nvGraphicFramePr>
        <p:xfrm>
          <a:off x="0" y="4788243"/>
          <a:ext cx="12191996" cy="1371600"/>
        </p:xfrm>
        <a:graphic>
          <a:graphicData uri="http://schemas.openxmlformats.org/drawingml/2006/table">
            <a:tbl>
              <a:tblPr bandRow="1">
                <a:tableStyleId>{35758FB7-9AC5-4552-8A53-C91805E547FA}</a:tableStyleId>
              </a:tblPr>
              <a:tblGrid>
                <a:gridCol w="3047999">
                  <a:extLst>
                    <a:ext uri="{9D8B030D-6E8A-4147-A177-3AD203B41FA5}">
                      <a16:colId xmlns:a16="http://schemas.microsoft.com/office/drawing/2014/main" val="2484548534"/>
                    </a:ext>
                  </a:extLst>
                </a:gridCol>
                <a:gridCol w="3047999">
                  <a:extLst>
                    <a:ext uri="{9D8B030D-6E8A-4147-A177-3AD203B41FA5}">
                      <a16:colId xmlns:a16="http://schemas.microsoft.com/office/drawing/2014/main" val="2811668533"/>
                    </a:ext>
                  </a:extLst>
                </a:gridCol>
                <a:gridCol w="3047999">
                  <a:extLst>
                    <a:ext uri="{9D8B030D-6E8A-4147-A177-3AD203B41FA5}">
                      <a16:colId xmlns:a16="http://schemas.microsoft.com/office/drawing/2014/main" val="2558165562"/>
                    </a:ext>
                  </a:extLst>
                </a:gridCol>
                <a:gridCol w="3047999">
                  <a:extLst>
                    <a:ext uri="{9D8B030D-6E8A-4147-A177-3AD203B41FA5}">
                      <a16:colId xmlns:a16="http://schemas.microsoft.com/office/drawing/2014/main" val="6041828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Where C# code runs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Communication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Works Offline?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1938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Blazor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On the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via </a:t>
                      </a:r>
                      <a:r>
                        <a:rPr lang="en-US" dirty="0" err="1"/>
                        <a:t>SignalR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1355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Blazor </a:t>
                      </a:r>
                      <a:r>
                        <a:rPr lang="en-US" dirty="0" err="1"/>
                        <a:t>WebAssembly</a:t>
                      </a:r>
                      <a:r>
                        <a:rPr lang="en-US" dirty="0"/>
                        <a:t> (WASM)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 the browser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 server required (except APIs)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069322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586E1C5C-D818-D255-12BD-26D5F4FBAED7}"/>
              </a:ext>
            </a:extLst>
          </p:cNvPr>
          <p:cNvSpPr txBox="1">
            <a:spLocks/>
          </p:cNvSpPr>
          <p:nvPr/>
        </p:nvSpPr>
        <p:spPr>
          <a:xfrm>
            <a:off x="307342" y="3641876"/>
            <a:ext cx="11573197" cy="69337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CA" sz="4400" b="0" kern="1200" baseline="0" dirty="0">
                <a:solidFill>
                  <a:schemeClr val="accent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r>
              <a:rPr lang="en-US">
                <a:ea typeface="+mj-lt"/>
                <a:cs typeface="+mj-lt"/>
              </a:rPr>
              <a:t>Two Hosting Models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74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682F-C600-4FD1-AAC6-86B43AA8C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CA">
                <a:ea typeface="+mj-lt"/>
                <a:cs typeface="+mj-lt"/>
              </a:rPr>
              <a:t>Blazor Server Model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8D0C6-9DB6-4114-995C-7367E9DDE35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-9975" y="1150375"/>
            <a:ext cx="12098358" cy="5703722"/>
          </a:xfrm>
        </p:spPr>
        <p:txBody>
          <a:bodyPr lIns="91440" tIns="45720" rIns="91440" bIns="45720" anchor="t"/>
          <a:lstStyle/>
          <a:p>
            <a:pPr>
              <a:buNone/>
            </a:pPr>
            <a:r>
              <a:rPr lang="en-CA" b="1" dirty="0">
                <a:ea typeface="+mn-lt"/>
                <a:cs typeface="+mn-lt"/>
              </a:rPr>
              <a:t>How it works:</a:t>
            </a:r>
            <a:endParaRPr lang="en-US" dirty="0"/>
          </a:p>
          <a:p>
            <a:pPr lvl="1">
              <a:buFont typeface="Courier New"/>
              <a:buChar char="o"/>
            </a:pPr>
            <a:r>
              <a:rPr lang="en-CA" sz="1800" dirty="0">
                <a:ea typeface="+mn-lt"/>
                <a:cs typeface="+mn-lt"/>
              </a:rPr>
              <a:t>Your C# code runs </a:t>
            </a:r>
            <a:r>
              <a:rPr lang="en-CA" sz="1800" b="1" dirty="0">
                <a:ea typeface="+mn-lt"/>
                <a:cs typeface="+mn-lt"/>
              </a:rPr>
              <a:t>on the server</a:t>
            </a:r>
            <a:r>
              <a:rPr lang="en-CA" sz="1800" dirty="0">
                <a:ea typeface="+mn-lt"/>
                <a:cs typeface="+mn-lt"/>
              </a:rPr>
              <a:t>.</a:t>
            </a:r>
            <a:endParaRPr lang="en-CA" sz="1800">
              <a:cs typeface="Arial"/>
            </a:endParaRPr>
          </a:p>
          <a:p>
            <a:pPr lvl="1">
              <a:buFont typeface="Courier New"/>
              <a:buChar char="o"/>
            </a:pPr>
            <a:r>
              <a:rPr lang="en-CA" sz="1800" dirty="0">
                <a:ea typeface="+mn-lt"/>
                <a:cs typeface="+mn-lt"/>
              </a:rPr>
              <a:t>The browser displays the UI and communicates with the server through </a:t>
            </a:r>
            <a:r>
              <a:rPr lang="en-CA" sz="1800" b="1" err="1">
                <a:ea typeface="+mn-lt"/>
                <a:cs typeface="+mn-lt"/>
              </a:rPr>
              <a:t>SignalR</a:t>
            </a:r>
            <a:r>
              <a:rPr lang="en-CA" sz="1800" dirty="0">
                <a:ea typeface="+mn-lt"/>
                <a:cs typeface="+mn-lt"/>
              </a:rPr>
              <a:t> (a real-time connection).</a:t>
            </a:r>
            <a:endParaRPr lang="en-CA" sz="1800">
              <a:cs typeface="Arial"/>
            </a:endParaRPr>
          </a:p>
          <a:p>
            <a:pPr lvl="1">
              <a:buFont typeface="Courier New"/>
              <a:buChar char="o"/>
            </a:pPr>
            <a:r>
              <a:rPr lang="en-CA" sz="1800" dirty="0">
                <a:ea typeface="+mn-lt"/>
                <a:cs typeface="+mn-lt"/>
              </a:rPr>
              <a:t>Every click, input, or event triggers a message sent to the server.</a:t>
            </a:r>
            <a:endParaRPr lang="en-CA" sz="1800">
              <a:cs typeface="Arial"/>
            </a:endParaRPr>
          </a:p>
          <a:p>
            <a:pPr lvl="1">
              <a:buFont typeface="Courier New"/>
              <a:buChar char="o"/>
            </a:pPr>
            <a:r>
              <a:rPr lang="en-CA" sz="1800" dirty="0">
                <a:ea typeface="+mn-lt"/>
                <a:cs typeface="+mn-lt"/>
              </a:rPr>
              <a:t>The server processes it and sends back UI updates.</a:t>
            </a:r>
            <a:endParaRPr lang="en-CA" sz="1800">
              <a:cs typeface="Arial"/>
            </a:endParaRPr>
          </a:p>
          <a:p>
            <a:pPr lvl="1">
              <a:buFont typeface="Arial"/>
              <a:buChar char="•"/>
            </a:pPr>
            <a:endParaRPr lang="en-CA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CA" dirty="0">
                <a:ea typeface="+mn-lt"/>
                <a:cs typeface="+mn-lt"/>
              </a:rPr>
              <a:t>Real example scenario:</a:t>
            </a:r>
          </a:p>
          <a:p>
            <a:pPr marL="0" indent="0">
              <a:buNone/>
            </a:pPr>
            <a:endParaRPr lang="en-CA" dirty="0">
              <a:ea typeface="+mn-lt"/>
              <a:cs typeface="+mn-lt"/>
            </a:endParaRPr>
          </a:p>
          <a:p>
            <a:pPr>
              <a:buNone/>
            </a:pPr>
            <a:r>
              <a:rPr lang="en-CA" i="1" dirty="0">
                <a:ea typeface="+mn-lt"/>
                <a:cs typeface="+mn-lt"/>
              </a:rPr>
              <a:t>An internal enterprise dashboard</a:t>
            </a:r>
            <a:r>
              <a:rPr lang="en-CA" dirty="0">
                <a:ea typeface="+mn-lt"/>
                <a:cs typeface="+mn-lt"/>
              </a:rPr>
              <a:t> (like a finance app or warehouse control system).</a:t>
            </a:r>
            <a:endParaRPr lang="en-CA" dirty="0"/>
          </a:p>
          <a:p>
            <a:pPr lvl="1">
              <a:buFont typeface="Courier New"/>
              <a:buChar char="o"/>
            </a:pPr>
            <a:r>
              <a:rPr lang="en-CA" sz="1800" dirty="0">
                <a:ea typeface="+mn-lt"/>
                <a:cs typeface="+mn-lt"/>
              </a:rPr>
              <a:t>Requires constant access to secure databases.</a:t>
            </a:r>
            <a:endParaRPr lang="en-CA" sz="1800">
              <a:cs typeface="Arial"/>
            </a:endParaRPr>
          </a:p>
          <a:p>
            <a:pPr lvl="1">
              <a:buFont typeface="Courier New"/>
              <a:buChar char="o"/>
            </a:pPr>
            <a:r>
              <a:rPr lang="en-CA" sz="1800" dirty="0">
                <a:ea typeface="+mn-lt"/>
                <a:cs typeface="+mn-lt"/>
              </a:rPr>
              <a:t>Hosted in one location.</a:t>
            </a:r>
            <a:endParaRPr lang="en-CA" sz="1800">
              <a:cs typeface="Arial"/>
            </a:endParaRPr>
          </a:p>
          <a:p>
            <a:pPr lvl="1">
              <a:buFont typeface="Courier New"/>
              <a:buChar char="o"/>
            </a:pPr>
            <a:r>
              <a:rPr lang="en-CA" sz="1800" dirty="0">
                <a:ea typeface="+mn-lt"/>
                <a:cs typeface="+mn-lt"/>
              </a:rPr>
              <a:t>Always online with stable network.</a:t>
            </a:r>
            <a:endParaRPr lang="en-CA" sz="1800">
              <a:cs typeface="Arial"/>
            </a:endParaRPr>
          </a:p>
          <a:p>
            <a:pPr indent="0">
              <a:buNone/>
            </a:pPr>
            <a:endParaRPr lang="en-CA" sz="1800" dirty="0">
              <a:ea typeface="+mn-lt"/>
              <a:cs typeface="+mn-lt"/>
            </a:endParaRPr>
          </a:p>
          <a:p>
            <a:pPr indent="0">
              <a:buNone/>
            </a:pPr>
            <a:r>
              <a:rPr lang="en-CA" sz="1800" dirty="0">
                <a:ea typeface="+mn-lt"/>
                <a:cs typeface="+mn-lt"/>
              </a:rPr>
              <a:t>This suits </a:t>
            </a:r>
            <a:r>
              <a:rPr lang="en-CA" sz="1800" b="1" dirty="0">
                <a:ea typeface="+mn-lt"/>
                <a:cs typeface="+mn-lt"/>
              </a:rPr>
              <a:t>Blazor Server</a:t>
            </a:r>
            <a:r>
              <a:rPr lang="en-CA" sz="1800" dirty="0">
                <a:ea typeface="+mn-lt"/>
                <a:cs typeface="+mn-lt"/>
              </a:rPr>
              <a:t> because it’s secure and doesn’t expose backend code.</a:t>
            </a:r>
            <a:endParaRPr lang="en-CA" sz="1800">
              <a:cs typeface="Arial"/>
            </a:endParaRPr>
          </a:p>
          <a:p>
            <a:pPr marL="0" indent="0">
              <a:buNone/>
            </a:pPr>
            <a:endParaRPr lang="en-CA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2916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9F58B-A40E-ABE4-A243-CCE2309FC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24F18-B6CB-FE13-8144-1545B8C9A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CA">
                <a:ea typeface="+mj-lt"/>
                <a:cs typeface="+mj-lt"/>
              </a:rPr>
              <a:t>Blazor Server Model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707B8-23EF-7AD9-741D-8457B68234B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-9975" y="1150375"/>
            <a:ext cx="12098358" cy="5703722"/>
          </a:xfrm>
        </p:spPr>
        <p:txBody>
          <a:bodyPr lIns="91440" tIns="45720" rIns="91440" bIns="45720" anchor="t"/>
          <a:lstStyle/>
          <a:p>
            <a:pPr>
              <a:buNone/>
            </a:pPr>
            <a:r>
              <a:rPr lang="en-CA" b="1" dirty="0">
                <a:ea typeface="+mn-lt"/>
                <a:cs typeface="+mn-lt"/>
              </a:rPr>
              <a:t>  Pros:</a:t>
            </a:r>
            <a:endParaRPr lang="en-US" dirty="0"/>
          </a:p>
          <a:p>
            <a:pPr lvl="1">
              <a:buFont typeface="Courier New"/>
              <a:buChar char="o"/>
            </a:pPr>
            <a:r>
              <a:rPr lang="en-CA" sz="2400" dirty="0">
                <a:ea typeface="+mn-lt"/>
                <a:cs typeface="+mn-lt"/>
              </a:rPr>
              <a:t>Very small app download (fast load).</a:t>
            </a:r>
            <a:endParaRPr lang="en-CA" sz="2400" dirty="0">
              <a:cs typeface="Arial"/>
            </a:endParaRPr>
          </a:p>
          <a:p>
            <a:pPr lvl="1">
              <a:buFont typeface="Courier New"/>
              <a:buChar char="o"/>
            </a:pPr>
            <a:r>
              <a:rPr lang="en-CA" sz="2400" dirty="0">
                <a:ea typeface="+mn-lt"/>
                <a:cs typeface="+mn-lt"/>
              </a:rPr>
              <a:t>Access to secure resources (e.g., SQL Server, Azure).</a:t>
            </a:r>
            <a:endParaRPr lang="en-CA" sz="2400" dirty="0">
              <a:cs typeface="Arial"/>
            </a:endParaRPr>
          </a:p>
          <a:p>
            <a:pPr lvl="1">
              <a:buFont typeface="Courier New"/>
              <a:buChar char="o"/>
            </a:pPr>
            <a:r>
              <a:rPr lang="en-CA" sz="2400" dirty="0">
                <a:ea typeface="+mn-lt"/>
                <a:cs typeface="+mn-lt"/>
              </a:rPr>
              <a:t>Works on browsers that don’t support </a:t>
            </a:r>
            <a:r>
              <a:rPr lang="en-CA" sz="2400" err="1">
                <a:ea typeface="+mn-lt"/>
                <a:cs typeface="+mn-lt"/>
              </a:rPr>
              <a:t>WebAssembly</a:t>
            </a:r>
            <a:r>
              <a:rPr lang="en-CA" sz="2400" dirty="0">
                <a:ea typeface="+mn-lt"/>
                <a:cs typeface="+mn-lt"/>
              </a:rPr>
              <a:t> (like older IE).</a:t>
            </a:r>
            <a:endParaRPr lang="en-CA" sz="2400">
              <a:cs typeface="Arial"/>
            </a:endParaRPr>
          </a:p>
          <a:p>
            <a:pPr>
              <a:buFont typeface="Arial"/>
              <a:buChar char="•"/>
            </a:pPr>
            <a:endParaRPr lang="en-CA" dirty="0">
              <a:ea typeface="+mn-lt"/>
              <a:cs typeface="+mn-lt"/>
            </a:endParaRPr>
          </a:p>
          <a:p>
            <a:pPr indent="0">
              <a:buNone/>
            </a:pPr>
            <a:r>
              <a:rPr lang="en-CA" b="1" dirty="0">
                <a:ea typeface="+mn-lt"/>
                <a:cs typeface="+mn-lt"/>
              </a:rPr>
              <a:t>Cons:</a:t>
            </a:r>
            <a:endParaRPr lang="en-CA" dirty="0"/>
          </a:p>
          <a:p>
            <a:pPr lvl="1">
              <a:buFont typeface="Courier New"/>
              <a:buChar char="o"/>
            </a:pPr>
            <a:r>
              <a:rPr lang="en-CA" sz="2400" dirty="0">
                <a:ea typeface="+mn-lt"/>
                <a:cs typeface="+mn-lt"/>
              </a:rPr>
              <a:t>Needs constant network connection.</a:t>
            </a:r>
            <a:endParaRPr lang="en-CA" sz="2400" dirty="0">
              <a:cs typeface="Arial"/>
            </a:endParaRPr>
          </a:p>
          <a:p>
            <a:pPr lvl="1">
              <a:buFont typeface="Courier New"/>
              <a:buChar char="o"/>
            </a:pPr>
            <a:r>
              <a:rPr lang="en-CA" sz="2400" dirty="0">
                <a:ea typeface="+mn-lt"/>
                <a:cs typeface="+mn-lt"/>
              </a:rPr>
              <a:t>Slower if latency is high.</a:t>
            </a:r>
            <a:endParaRPr lang="en-CA" sz="2400" dirty="0">
              <a:cs typeface="Arial"/>
            </a:endParaRPr>
          </a:p>
          <a:p>
            <a:pPr lvl="1">
              <a:buFont typeface="Courier New"/>
              <a:buChar char="o"/>
            </a:pPr>
            <a:r>
              <a:rPr lang="en-CA" sz="2400" dirty="0">
                <a:ea typeface="+mn-lt"/>
                <a:cs typeface="+mn-lt"/>
              </a:rPr>
              <a:t>Doesn’t work offline.</a:t>
            </a:r>
            <a:endParaRPr lang="en-CA" sz="2400" dirty="0">
              <a:cs typeface="Arial"/>
            </a:endParaRPr>
          </a:p>
          <a:p>
            <a:pPr lvl="1">
              <a:buFont typeface="Courier New"/>
              <a:buChar char="o"/>
            </a:pPr>
            <a:r>
              <a:rPr lang="en-CA" sz="2400" dirty="0">
                <a:ea typeface="+mn-lt"/>
                <a:cs typeface="+mn-lt"/>
              </a:rPr>
              <a:t>Scalability: each connected user uses a server session.</a:t>
            </a:r>
            <a:endParaRPr lang="en-CA" sz="2400" dirty="0">
              <a:cs typeface="Arial"/>
            </a:endParaRPr>
          </a:p>
          <a:p>
            <a:pPr>
              <a:buNone/>
            </a:pPr>
            <a:endParaRPr lang="en-CA" b="1" dirty="0">
              <a:cs typeface="Arial"/>
            </a:endParaRPr>
          </a:p>
          <a:p>
            <a:pPr marL="0" indent="0">
              <a:buNone/>
            </a:pPr>
            <a:endParaRPr lang="en-CA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0561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C97C4-1C44-DA80-023B-84584547C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39484-CE25-7E75-CB20-3F6CDD080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CA" dirty="0">
                <a:ea typeface="+mj-lt"/>
                <a:cs typeface="+mj-lt"/>
              </a:rPr>
              <a:t>Blazor </a:t>
            </a:r>
            <a:r>
              <a:rPr lang="en-CA" err="1">
                <a:ea typeface="+mj-lt"/>
                <a:cs typeface="+mj-lt"/>
              </a:rPr>
              <a:t>WebAssembly</a:t>
            </a:r>
            <a:r>
              <a:rPr lang="en-CA">
                <a:ea typeface="+mj-lt"/>
                <a:cs typeface="+mj-lt"/>
              </a:rPr>
              <a:t> (WASM)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4900F-5631-51D1-0322-E0AAB75838B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-9975" y="1150375"/>
            <a:ext cx="12098358" cy="5703722"/>
          </a:xfrm>
        </p:spPr>
        <p:txBody>
          <a:bodyPr lIns="91440" tIns="45720" rIns="91440" bIns="45720" anchor="t"/>
          <a:lstStyle/>
          <a:p>
            <a:pPr>
              <a:buNone/>
            </a:pPr>
            <a:r>
              <a:rPr lang="en-CA" b="1" dirty="0">
                <a:ea typeface="+mn-lt"/>
                <a:cs typeface="+mn-lt"/>
              </a:rPr>
              <a:t>How it works:</a:t>
            </a:r>
            <a:endParaRPr lang="en-US" dirty="0">
              <a:ea typeface="+mn-lt"/>
              <a:cs typeface="+mn-lt"/>
            </a:endParaRPr>
          </a:p>
          <a:p>
            <a:pPr lvl="1">
              <a:buFont typeface="Courier New"/>
              <a:buChar char="o"/>
            </a:pPr>
            <a:r>
              <a:rPr lang="en-CA" dirty="0">
                <a:ea typeface="+mn-lt"/>
                <a:cs typeface="+mn-lt"/>
              </a:rPr>
              <a:t>C# code runs </a:t>
            </a:r>
            <a:r>
              <a:rPr lang="en-CA" b="1" dirty="0">
                <a:ea typeface="+mn-lt"/>
                <a:cs typeface="+mn-lt"/>
              </a:rPr>
              <a:t>inside the browser</a:t>
            </a:r>
            <a:r>
              <a:rPr lang="en-CA" dirty="0">
                <a:ea typeface="+mn-lt"/>
                <a:cs typeface="+mn-lt"/>
              </a:rPr>
              <a:t> thanks to </a:t>
            </a:r>
            <a:r>
              <a:rPr lang="en-CA" err="1">
                <a:ea typeface="+mn-lt"/>
                <a:cs typeface="+mn-lt"/>
              </a:rPr>
              <a:t>WebAssembly</a:t>
            </a:r>
            <a:r>
              <a:rPr lang="en-CA" dirty="0">
                <a:ea typeface="+mn-lt"/>
                <a:cs typeface="+mn-lt"/>
              </a:rPr>
              <a:t> (WASM).</a:t>
            </a:r>
          </a:p>
          <a:p>
            <a:pPr lvl="1">
              <a:buFont typeface="Courier New"/>
              <a:buChar char="o"/>
            </a:pPr>
            <a:r>
              <a:rPr lang="en-CA" dirty="0">
                <a:ea typeface="+mn-lt"/>
                <a:cs typeface="+mn-lt"/>
              </a:rPr>
              <a:t>When you open the app, it downloads:</a:t>
            </a:r>
            <a:endParaRPr lang="en-CA">
              <a:cs typeface="Arial"/>
            </a:endParaRPr>
          </a:p>
          <a:p>
            <a:pPr marL="1428750" lvl="2" indent="-285750">
              <a:buFont typeface="Wingdings"/>
              <a:buChar char="§"/>
            </a:pPr>
            <a:r>
              <a:rPr lang="en-CA" sz="2200" dirty="0">
                <a:ea typeface="+mn-lt"/>
                <a:cs typeface="+mn-lt"/>
              </a:rPr>
              <a:t>the .NET runtime</a:t>
            </a:r>
            <a:endParaRPr lang="en-CA">
              <a:cs typeface="Arial"/>
            </a:endParaRPr>
          </a:p>
          <a:p>
            <a:pPr marL="1428750" lvl="2" indent="-285750">
              <a:buFont typeface="Wingdings"/>
              <a:buChar char="§"/>
            </a:pPr>
            <a:r>
              <a:rPr lang="en-CA" sz="2200" dirty="0">
                <a:ea typeface="+mn-lt"/>
                <a:cs typeface="+mn-lt"/>
              </a:rPr>
              <a:t>assemblies</a:t>
            </a:r>
            <a:endParaRPr lang="en-CA">
              <a:cs typeface="Arial"/>
            </a:endParaRPr>
          </a:p>
          <a:p>
            <a:pPr marL="1428750" lvl="2" indent="-285750">
              <a:buFont typeface="Wingdings"/>
              <a:buChar char="§"/>
            </a:pPr>
            <a:r>
              <a:rPr lang="en-CA" sz="2200" dirty="0">
                <a:ea typeface="+mn-lt"/>
                <a:cs typeface="+mn-lt"/>
              </a:rPr>
              <a:t>JavaScript interop helpers</a:t>
            </a:r>
            <a:endParaRPr lang="en-CA">
              <a:cs typeface="Arial"/>
            </a:endParaRPr>
          </a:p>
          <a:p>
            <a:pPr marL="1428750" lvl="2" indent="-285750">
              <a:buFont typeface="Wingdings"/>
              <a:buChar char="§"/>
            </a:pPr>
            <a:r>
              <a:rPr lang="en-CA" sz="2200" dirty="0">
                <a:ea typeface="+mn-lt"/>
                <a:cs typeface="+mn-lt"/>
              </a:rPr>
              <a:t>CSS and HTML</a:t>
            </a:r>
            <a:endParaRPr lang="en-CA">
              <a:cs typeface="Arial"/>
            </a:endParaRPr>
          </a:p>
          <a:p>
            <a:pPr lvl="1">
              <a:buFont typeface="Courier New"/>
              <a:buChar char="o"/>
            </a:pPr>
            <a:r>
              <a:rPr lang="en-CA" dirty="0">
                <a:ea typeface="+mn-lt"/>
                <a:cs typeface="+mn-lt"/>
              </a:rPr>
              <a:t>After that, it executes locally, like a small app inside your browser.</a:t>
            </a:r>
          </a:p>
          <a:p>
            <a:pPr lvl="1">
              <a:buFont typeface="Arial"/>
              <a:buChar char="•"/>
            </a:pPr>
            <a:endParaRPr lang="en-CA" dirty="0">
              <a:cs typeface="Arial"/>
            </a:endParaRPr>
          </a:p>
          <a:p>
            <a:pPr marL="0" indent="0">
              <a:buNone/>
            </a:pPr>
            <a:r>
              <a:rPr lang="en-CA" dirty="0">
                <a:ea typeface="+mn-lt"/>
                <a:cs typeface="+mn-lt"/>
              </a:rPr>
              <a:t>Real example:</a:t>
            </a:r>
          </a:p>
          <a:p>
            <a:pPr>
              <a:buNone/>
            </a:pPr>
            <a:r>
              <a:rPr lang="en-CA" i="1" dirty="0">
                <a:ea typeface="+mn-lt"/>
                <a:cs typeface="+mn-lt"/>
              </a:rPr>
              <a:t>A public-facing product catalog or offline tool.</a:t>
            </a:r>
            <a:endParaRPr lang="en-CA" dirty="0"/>
          </a:p>
          <a:p>
            <a:pPr lvl="1">
              <a:buFont typeface="Arial"/>
              <a:buChar char="•"/>
            </a:pPr>
            <a:r>
              <a:rPr lang="en-CA" dirty="0">
                <a:ea typeface="+mn-lt"/>
                <a:cs typeface="+mn-lt"/>
              </a:rPr>
              <a:t>Users can browse and filter data even without internet.</a:t>
            </a:r>
          </a:p>
          <a:p>
            <a:pPr lvl="1">
              <a:buFont typeface="Arial"/>
              <a:buChar char="•"/>
            </a:pPr>
            <a:r>
              <a:rPr lang="en-CA" dirty="0">
                <a:ea typeface="+mn-lt"/>
                <a:cs typeface="+mn-lt"/>
              </a:rPr>
              <a:t>The app fetches an API only when needed.</a:t>
            </a:r>
          </a:p>
          <a:p>
            <a:pPr lvl="1">
              <a:buFont typeface="Arial"/>
              <a:buChar char="•"/>
            </a:pPr>
            <a:r>
              <a:rPr lang="en-CA" dirty="0">
                <a:ea typeface="+mn-lt"/>
                <a:cs typeface="+mn-lt"/>
              </a:rPr>
              <a:t>Example: a travel booking app, or a classroom attendance tracker used offline.</a:t>
            </a:r>
          </a:p>
          <a:p>
            <a:pPr>
              <a:buFont typeface="Arial"/>
              <a:buChar char="•"/>
            </a:pPr>
            <a:endParaRPr lang="en-CA" sz="18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0061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51542-70FF-21C6-75BF-3A1AAF444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FE90E-5499-C9C6-3811-285CD8F36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CA">
                <a:ea typeface="+mj-lt"/>
                <a:cs typeface="+mj-lt"/>
              </a:rPr>
              <a:t>Blazor Server Model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739F4-EA84-A108-E56F-6A553D29683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-9975" y="1150375"/>
            <a:ext cx="12098358" cy="5703722"/>
          </a:xfrm>
        </p:spPr>
        <p:txBody>
          <a:bodyPr lIns="91440" tIns="45720" rIns="91440" bIns="45720" anchor="t"/>
          <a:lstStyle/>
          <a:p>
            <a:pPr>
              <a:buNone/>
            </a:pPr>
            <a:r>
              <a:rPr lang="en-CA" b="1" dirty="0">
                <a:ea typeface="+mn-lt"/>
                <a:cs typeface="+mn-lt"/>
              </a:rPr>
              <a:t>    Pros:</a:t>
            </a:r>
            <a:endParaRPr lang="en-US" dirty="0">
              <a:ea typeface="+mn-lt"/>
              <a:cs typeface="+mn-lt"/>
            </a:endParaRPr>
          </a:p>
          <a:p>
            <a:pPr lvl="1">
              <a:buFont typeface="Courier New"/>
              <a:buChar char="o"/>
            </a:pPr>
            <a:r>
              <a:rPr lang="en-CA" dirty="0">
                <a:ea typeface="+mn-lt"/>
                <a:cs typeface="+mn-lt"/>
              </a:rPr>
              <a:t>Very fast once loaded.</a:t>
            </a:r>
            <a:endParaRPr lang="en-CA">
              <a:cs typeface="Arial"/>
            </a:endParaRPr>
          </a:p>
          <a:p>
            <a:pPr lvl="1">
              <a:buFont typeface="Courier New"/>
              <a:buChar char="o"/>
            </a:pPr>
            <a:r>
              <a:rPr lang="en-CA" dirty="0">
                <a:ea typeface="+mn-lt"/>
                <a:cs typeface="+mn-lt"/>
              </a:rPr>
              <a:t>Can work </a:t>
            </a:r>
            <a:r>
              <a:rPr lang="en-CA" b="1" dirty="0">
                <a:ea typeface="+mn-lt"/>
                <a:cs typeface="+mn-lt"/>
              </a:rPr>
              <a:t>offline</a:t>
            </a:r>
            <a:r>
              <a:rPr lang="en-CA" dirty="0">
                <a:ea typeface="+mn-lt"/>
                <a:cs typeface="+mn-lt"/>
              </a:rPr>
              <a:t>.</a:t>
            </a:r>
            <a:endParaRPr lang="en-CA">
              <a:cs typeface="Arial"/>
            </a:endParaRPr>
          </a:p>
          <a:p>
            <a:pPr lvl="1">
              <a:buFont typeface="Courier New"/>
              <a:buChar char="o"/>
            </a:pPr>
            <a:r>
              <a:rPr lang="en-CA" dirty="0">
                <a:ea typeface="+mn-lt"/>
                <a:cs typeface="+mn-lt"/>
              </a:rPr>
              <a:t>No continuous connection needed.</a:t>
            </a:r>
          </a:p>
          <a:p>
            <a:pPr lvl="1">
              <a:buFont typeface="Courier New"/>
              <a:buChar char="o"/>
            </a:pPr>
            <a:r>
              <a:rPr lang="en-CA" dirty="0">
                <a:ea typeface="+mn-lt"/>
                <a:cs typeface="+mn-lt"/>
              </a:rPr>
              <a:t>Distributable via </a:t>
            </a:r>
            <a:r>
              <a:rPr lang="en-CA" b="1" dirty="0">
                <a:ea typeface="+mn-lt"/>
                <a:cs typeface="+mn-lt"/>
              </a:rPr>
              <a:t>CDN</a:t>
            </a:r>
            <a:r>
              <a:rPr lang="en-CA" dirty="0">
                <a:ea typeface="+mn-lt"/>
                <a:cs typeface="+mn-lt"/>
              </a:rPr>
              <a:t> (static hosting).</a:t>
            </a:r>
          </a:p>
          <a:p>
            <a:pPr>
              <a:buFont typeface="Arial"/>
              <a:buChar char="•"/>
            </a:pPr>
            <a:endParaRPr lang="en-CA" dirty="0">
              <a:ea typeface="+mn-lt"/>
              <a:cs typeface="+mn-lt"/>
            </a:endParaRPr>
          </a:p>
          <a:p>
            <a:pPr indent="0">
              <a:buNone/>
            </a:pPr>
            <a:r>
              <a:rPr lang="en-CA" b="1" dirty="0">
                <a:ea typeface="+mn-lt"/>
                <a:cs typeface="+mn-lt"/>
              </a:rPr>
              <a:t>Cons:</a:t>
            </a:r>
            <a:endParaRPr lang="en-CA" dirty="0">
              <a:ea typeface="+mn-lt"/>
              <a:cs typeface="+mn-lt"/>
            </a:endParaRPr>
          </a:p>
          <a:p>
            <a:pPr lvl="1">
              <a:buFont typeface="Courier New"/>
              <a:buChar char="o"/>
            </a:pPr>
            <a:r>
              <a:rPr lang="en-CA" dirty="0">
                <a:ea typeface="+mn-lt"/>
                <a:cs typeface="+mn-lt"/>
              </a:rPr>
              <a:t>Slower initial load (downloads assemblies).</a:t>
            </a:r>
            <a:endParaRPr lang="en-CA">
              <a:cs typeface="Arial"/>
            </a:endParaRPr>
          </a:p>
          <a:p>
            <a:pPr lvl="1">
              <a:buFont typeface="Courier New"/>
              <a:buChar char="o"/>
            </a:pPr>
            <a:r>
              <a:rPr lang="en-CA" dirty="0">
                <a:ea typeface="+mn-lt"/>
                <a:cs typeface="+mn-lt"/>
              </a:rPr>
              <a:t>Limited access to secure resources (needs APIs).</a:t>
            </a:r>
            <a:endParaRPr lang="en-CA">
              <a:cs typeface="Arial"/>
            </a:endParaRPr>
          </a:p>
          <a:p>
            <a:pPr lvl="1">
              <a:buFont typeface="Courier New"/>
              <a:buChar char="o"/>
            </a:pPr>
            <a:r>
              <a:rPr lang="en-CA" dirty="0">
                <a:ea typeface="+mn-lt"/>
                <a:cs typeface="+mn-lt"/>
              </a:rPr>
              <a:t>Debugging tools still improving.</a:t>
            </a:r>
          </a:p>
          <a:p>
            <a:pPr>
              <a:buNone/>
            </a:pPr>
            <a:endParaRPr lang="en-CA" b="1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5504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1D241-E9DE-4859-A93E-DC34CE76C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Direct Comparison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A3E027-B8AF-4D16-B706-7CDB4E44FF48}"/>
              </a:ext>
            </a:extLst>
          </p:cNvPr>
          <p:cNvSpPr txBox="1"/>
          <p:nvPr/>
        </p:nvSpPr>
        <p:spPr>
          <a:xfrm>
            <a:off x="1495981" y="5474207"/>
            <a:ext cx="22155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solidFill>
                  <a:schemeClr val="accent1"/>
                </a:solidFill>
              </a:rPr>
              <a:t>Web Assembly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E1FEB8-77FD-408D-BDEB-7E61831D1150}"/>
              </a:ext>
            </a:extLst>
          </p:cNvPr>
          <p:cNvSpPr txBox="1"/>
          <p:nvPr/>
        </p:nvSpPr>
        <p:spPr>
          <a:xfrm>
            <a:off x="8286309" y="5474208"/>
            <a:ext cx="1091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solidFill>
                  <a:schemeClr val="accent1"/>
                </a:solidFill>
              </a:rPr>
              <a:t>Server</a:t>
            </a:r>
          </a:p>
        </p:txBody>
      </p:sp>
      <p:pic>
        <p:nvPicPr>
          <p:cNvPr id="1030" name="Picture 6" descr="Blazor Server Example with SignalR">
            <a:extLst>
              <a:ext uri="{FF2B5EF4-FFF2-40B4-BE49-F238E27FC236}">
                <a16:creationId xmlns:a16="http://schemas.microsoft.com/office/drawing/2014/main" id="{D80EB901-5504-4D5E-83B3-33CBBB30E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4986" y="2247348"/>
            <a:ext cx="6514613" cy="2540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lazor WebAssembly Example">
            <a:extLst>
              <a:ext uri="{FF2B5EF4-FFF2-40B4-BE49-F238E27FC236}">
                <a16:creationId xmlns:a16="http://schemas.microsoft.com/office/drawing/2014/main" id="{AAABBEEA-5525-4FA8-A564-78236BBE1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1501" y="2022816"/>
            <a:ext cx="6350509" cy="28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9217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9F022-1A9C-471C-98E6-D174F22E4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SignalR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D15B3-14C4-43A9-8BA2-AC95CC29821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lIns="91440" tIns="45720" rIns="91440" bIns="45720" anchor="t"/>
          <a:lstStyle/>
          <a:p>
            <a:r>
              <a:rPr lang="en-US" dirty="0" err="1"/>
              <a:t>SignalR</a:t>
            </a:r>
            <a:r>
              <a:rPr lang="en-US" dirty="0"/>
              <a:t> is an integral part of Blazor and offers these features:</a:t>
            </a:r>
          </a:p>
          <a:p>
            <a:pPr lvl="1"/>
            <a:r>
              <a:rPr lang="en-US" dirty="0"/>
              <a:t>It is free, open-source and part of .NET Core</a:t>
            </a:r>
          </a:p>
          <a:p>
            <a:pPr lvl="1"/>
            <a:r>
              <a:rPr lang="en-US" dirty="0"/>
              <a:t>Sends async messages over persistent connections</a:t>
            </a:r>
          </a:p>
          <a:p>
            <a:pPr lvl="1"/>
            <a:r>
              <a:rPr lang="en-US" dirty="0"/>
              <a:t>Connections are two-way</a:t>
            </a:r>
          </a:p>
          <a:p>
            <a:pPr lvl="1"/>
            <a:r>
              <a:rPr lang="en-US" dirty="0"/>
              <a:t>Every client has its own connection</a:t>
            </a:r>
          </a:p>
          <a:p>
            <a:pPr lvl="1"/>
            <a:r>
              <a:rPr lang="en-US" dirty="0"/>
              <a:t>Azure </a:t>
            </a:r>
            <a:r>
              <a:rPr lang="en-US" dirty="0" err="1"/>
              <a:t>SignalR</a:t>
            </a:r>
            <a:r>
              <a:rPr lang="en-US" dirty="0"/>
              <a:t> Services offers a free tier</a:t>
            </a:r>
          </a:p>
          <a:p>
            <a:pPr marL="457200" lvl="1" indent="0">
              <a:buNone/>
            </a:pPr>
            <a:endParaRPr lang="en-US" dirty="0">
              <a:cs typeface="Arial"/>
            </a:endParaRPr>
          </a:p>
          <a:p>
            <a:pPr marL="457200" lvl="1" indent="0">
              <a:buNone/>
            </a:pPr>
            <a:r>
              <a:rPr lang="en-US" dirty="0">
                <a:ea typeface="+mn-lt"/>
                <a:cs typeface="+mn-lt"/>
              </a:rPr>
              <a:t>Think of </a:t>
            </a:r>
            <a:r>
              <a:rPr lang="en-US" dirty="0" err="1">
                <a:ea typeface="+mn-lt"/>
                <a:cs typeface="+mn-lt"/>
              </a:rPr>
              <a:t>SignalR</a:t>
            </a:r>
            <a:r>
              <a:rPr lang="en-US" dirty="0">
                <a:ea typeface="+mn-lt"/>
                <a:cs typeface="+mn-lt"/>
              </a:rPr>
              <a:t> like a </a:t>
            </a:r>
            <a:r>
              <a:rPr lang="en-US" b="1" dirty="0">
                <a:ea typeface="+mn-lt"/>
                <a:cs typeface="+mn-lt"/>
              </a:rPr>
              <a:t>live chat connection;</a:t>
            </a:r>
            <a:r>
              <a:rPr lang="en-US" dirty="0">
                <a:ea typeface="+mn-lt"/>
                <a:cs typeface="+mn-lt"/>
              </a:rPr>
              <a:t> whenever something changes on the server, it “pushes” updates instantly to the browser.</a:t>
            </a:r>
            <a:endParaRPr lang="en-US" dirty="0"/>
          </a:p>
          <a:p>
            <a:pPr marL="457200" lvl="1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dirty="0"/>
              <a:t>Example :</a:t>
            </a:r>
            <a:endParaRPr lang="en-CA" sz="2000" dirty="0">
              <a:ea typeface="Arial Unicode MS"/>
              <a:cs typeface="+mn-lt"/>
            </a:endParaRPr>
          </a:p>
          <a:p>
            <a:pPr lvl="1"/>
            <a:r>
              <a:rPr lang="en-US" sz="1600" i="1" dirty="0">
                <a:ea typeface="+mn-lt"/>
                <a:cs typeface="+mn-lt"/>
              </a:rPr>
              <a:t>A live car-tracking dashboard (like Uber)</a:t>
            </a:r>
            <a:r>
              <a:rPr lang="en-US" sz="1600" dirty="0">
                <a:ea typeface="+mn-lt"/>
                <a:cs typeface="+mn-lt"/>
              </a:rPr>
              <a:t> : every vehicle position update is sent to all connected clients through </a:t>
            </a:r>
            <a:r>
              <a:rPr lang="en-US" sz="1600" dirty="0" err="1">
                <a:ea typeface="+mn-lt"/>
                <a:cs typeface="+mn-lt"/>
              </a:rPr>
              <a:t>SignalR</a:t>
            </a:r>
            <a:r>
              <a:rPr lang="en-US" sz="1600" dirty="0">
                <a:ea typeface="+mn-lt"/>
                <a:cs typeface="+mn-lt"/>
              </a:rPr>
              <a:t>.</a:t>
            </a:r>
            <a:endParaRPr lang="en-CA" sz="1600" dirty="0">
              <a:ea typeface="Arial Unicode MS"/>
              <a:cs typeface="+mn-lt"/>
            </a:endParaRPr>
          </a:p>
          <a:p>
            <a:pPr lvl="1"/>
            <a:r>
              <a:rPr lang="en-US" sz="1600" i="1" dirty="0">
                <a:ea typeface="+mn-lt"/>
                <a:cs typeface="+mn-lt"/>
              </a:rPr>
              <a:t>Chat or stock price update apps</a:t>
            </a:r>
            <a:r>
              <a:rPr lang="en-US" sz="1600" dirty="0">
                <a:ea typeface="+mn-lt"/>
                <a:cs typeface="+mn-lt"/>
              </a:rPr>
              <a:t> : use </a:t>
            </a:r>
            <a:r>
              <a:rPr lang="en-US" sz="1600" dirty="0" err="1">
                <a:ea typeface="+mn-lt"/>
                <a:cs typeface="+mn-lt"/>
              </a:rPr>
              <a:t>SignalR</a:t>
            </a:r>
            <a:r>
              <a:rPr lang="en-US" sz="1600" dirty="0">
                <a:ea typeface="+mn-lt"/>
                <a:cs typeface="+mn-lt"/>
              </a:rPr>
              <a:t> for instant refresh</a:t>
            </a:r>
            <a:r>
              <a:rPr lang="en-US" dirty="0">
                <a:ea typeface="+mn-lt"/>
                <a:cs typeface="+mn-lt"/>
              </a:rPr>
              <a:t>.</a:t>
            </a:r>
            <a:endParaRPr lang="en-CA">
              <a:cs typeface="Arial"/>
            </a:endParaRPr>
          </a:p>
          <a:p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8505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889AF-9663-4F0C-BEBB-B65531D5E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Choice of Hosting Model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CE40A0D-BAB7-4C3B-86DB-0F90E087F5F8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164648989"/>
              </p:ext>
            </p:extLst>
          </p:nvPr>
        </p:nvGraphicFramePr>
        <p:xfrm>
          <a:off x="309563" y="1150938"/>
          <a:ext cx="1157287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5349">
                  <a:extLst>
                    <a:ext uri="{9D8B030D-6E8A-4147-A177-3AD203B41FA5}">
                      <a16:colId xmlns:a16="http://schemas.microsoft.com/office/drawing/2014/main" val="312389616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994841655"/>
                    </a:ext>
                  </a:extLst>
                </a:gridCol>
                <a:gridCol w="2604326">
                  <a:extLst>
                    <a:ext uri="{9D8B030D-6E8A-4147-A177-3AD203B41FA5}">
                      <a16:colId xmlns:a16="http://schemas.microsoft.com/office/drawing/2014/main" val="2675380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 sz="2400" dirty="0">
                          <a:effectLst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2400">
                          <a:effectLst/>
                        </a:rPr>
                        <a:t>Blazor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2400" dirty="0" err="1">
                          <a:effectLst/>
                        </a:rPr>
                        <a:t>Blazor</a:t>
                      </a:r>
                      <a:r>
                        <a:rPr lang="en-CA" sz="2400" dirty="0">
                          <a:effectLst/>
                        </a:rPr>
                        <a:t> </a:t>
                      </a:r>
                      <a:r>
                        <a:rPr lang="en-CA" sz="2400" dirty="0" err="1">
                          <a:effectLst/>
                        </a:rPr>
                        <a:t>WebAssembly</a:t>
                      </a:r>
                      <a:endParaRPr lang="en-CA" sz="240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698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it-IT" sz="2400">
                          <a:effectLst/>
                        </a:rPr>
                        <a:t>Complete .NET Core API compatibility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2400">
                          <a:effectLst/>
                        </a:rPr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1600">
                          <a:effectLst/>
                        </a:rPr>
                        <a:t>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205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>
                          <a:effectLst/>
                        </a:rPr>
                        <a:t>Direct access to server 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2400">
                          <a:effectLst/>
                        </a:rPr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1600">
                          <a:effectLst/>
                        </a:rPr>
                        <a:t>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56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>
                          <a:effectLst/>
                        </a:rPr>
                        <a:t>Small payload size with fast initial load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2400">
                          <a:effectLst/>
                        </a:rPr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1600">
                          <a:effectLst/>
                        </a:rPr>
                        <a:t>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548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>
                          <a:effectLst/>
                        </a:rPr>
                        <a:t>App code secure and private on the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2400" dirty="0">
                          <a:effectLst/>
                        </a:rPr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1600" dirty="0">
                          <a:effectLst/>
                        </a:rPr>
                        <a:t>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7472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>
                          <a:effectLst/>
                        </a:rPr>
                        <a:t>Run apps offline once downloaded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1600" dirty="0">
                          <a:effectLst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2400">
                          <a:effectLst/>
                        </a:rPr>
                        <a:t>✔️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15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 sz="2400">
                          <a:effectLst/>
                        </a:rPr>
                        <a:t>Static site hosting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1600">
                          <a:effectLst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2400">
                          <a:effectLst/>
                        </a:rPr>
                        <a:t>✔️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52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 sz="2400">
                          <a:effectLst/>
                        </a:rPr>
                        <a:t>Offloads processing to clients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1600" dirty="0">
                          <a:effectLst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2400" dirty="0">
                          <a:effectLst/>
                        </a:rPr>
                        <a:t>✔️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137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2807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D6ACE-3FDF-45D4-A6BF-57AA3232F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- </a:t>
            </a:r>
            <a:r>
              <a:rPr lang="en-US" dirty="0" err="1"/>
              <a:t>Blazor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F9E56-54B4-40E4-897A-E19B9A34A9E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Not just a single tool, but a framework/toolset with </a:t>
            </a:r>
            <a:r>
              <a:rPr lang="en-US" dirty="0" err="1"/>
              <a:t>deployability</a:t>
            </a:r>
            <a:r>
              <a:rPr lang="en-US" dirty="0"/>
              <a:t> options</a:t>
            </a:r>
          </a:p>
          <a:p>
            <a:pPr lvl="1"/>
            <a:r>
              <a:rPr lang="en-US" dirty="0"/>
              <a:t>Client vs Server deployments</a:t>
            </a:r>
          </a:p>
          <a:p>
            <a:pPr lvl="1"/>
            <a:r>
              <a:rPr lang="en-US" dirty="0"/>
              <a:t>Continued investment by Microsoft</a:t>
            </a:r>
          </a:p>
          <a:p>
            <a:pPr lvl="1"/>
            <a:r>
              <a:rPr lang="en-US" dirty="0"/>
              <a:t>Works on Web standards (WASM, Web sockets, etc.), no special environmental requirements</a:t>
            </a:r>
          </a:p>
          <a:p>
            <a:pPr lvl="1"/>
            <a:endParaRPr lang="en-US" dirty="0"/>
          </a:p>
          <a:p>
            <a:r>
              <a:rPr lang="en-US" dirty="0"/>
              <a:t>May make sense if you’re in a strong C# shop </a:t>
            </a:r>
          </a:p>
          <a:p>
            <a:pPr lvl="1"/>
            <a:r>
              <a:rPr lang="en-US" dirty="0"/>
              <a:t>Corollary – if your in a strong JS shop, then… may not make sense to adopt </a:t>
            </a:r>
            <a:r>
              <a:rPr lang="en-US" dirty="0" err="1"/>
              <a:t>Blazor</a:t>
            </a: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954085"/>
      </p:ext>
    </p:extLst>
  </p:cSld>
  <p:clrMapOvr>
    <a:masterClrMapping/>
  </p:clrMapOvr>
</p:sld>
</file>

<file path=ppt/theme/theme1.xml><?xml version="1.0" encoding="utf-8"?>
<a:theme xmlns:a="http://schemas.openxmlformats.org/drawingml/2006/main" name="eLearning">
  <a:themeElements>
    <a:clrScheme name="ALLPPT- BURGE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8BA16"/>
      </a:accent1>
      <a:accent2>
        <a:srgbClr val="454545"/>
      </a:accent2>
      <a:accent3>
        <a:srgbClr val="F8BA16"/>
      </a:accent3>
      <a:accent4>
        <a:srgbClr val="454545"/>
      </a:accent4>
      <a:accent5>
        <a:srgbClr val="F8BA16"/>
      </a:accent5>
      <a:accent6>
        <a:srgbClr val="454545"/>
      </a:accent6>
      <a:hlink>
        <a:srgbClr val="454545"/>
      </a:hlink>
      <a:folHlink>
        <a:srgbClr val="45454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A15FC08D-3F11-4602-BC7F-18A55E04435E}" vid="{77D9DA6D-FE9C-43F5-ACB5-8FFCEB627276}"/>
    </a:ext>
  </a:extLst>
</a:theme>
</file>

<file path=ppt/theme/theme2.xml><?xml version="1.0" encoding="utf-8"?>
<a:theme xmlns:a="http://schemas.openxmlformats.org/drawingml/2006/main" name="Contents Slide Master">
  <a:themeElements>
    <a:clrScheme name="ALLPPT- BURGE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8BA16"/>
      </a:accent1>
      <a:accent2>
        <a:srgbClr val="454545"/>
      </a:accent2>
      <a:accent3>
        <a:srgbClr val="F8BA16"/>
      </a:accent3>
      <a:accent4>
        <a:srgbClr val="454545"/>
      </a:accent4>
      <a:accent5>
        <a:srgbClr val="F8BA16"/>
      </a:accent5>
      <a:accent6>
        <a:srgbClr val="454545"/>
      </a:accent6>
      <a:hlink>
        <a:srgbClr val="454545"/>
      </a:hlink>
      <a:folHlink>
        <a:srgbClr val="454545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A15FC08D-3F11-4602-BC7F-18A55E04435E}" vid="{206EEC00-E5D1-4CB9-BB5C-285DD9E676AF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 BURGE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8BA16"/>
      </a:accent1>
      <a:accent2>
        <a:srgbClr val="454545"/>
      </a:accent2>
      <a:accent3>
        <a:srgbClr val="F8BA16"/>
      </a:accent3>
      <a:accent4>
        <a:srgbClr val="454545"/>
      </a:accent4>
      <a:accent5>
        <a:srgbClr val="F8BA16"/>
      </a:accent5>
      <a:accent6>
        <a:srgbClr val="454545"/>
      </a:accent6>
      <a:hlink>
        <a:srgbClr val="454545"/>
      </a:hlink>
      <a:folHlink>
        <a:srgbClr val="454545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A15FC08D-3F11-4602-BC7F-18A55E04435E}" vid="{F91CFBB9-BD7C-4AEF-A246-2AD682A06E2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40DCEB12F1B74BB4C78279C22A4348" ma:contentTypeVersion="13" ma:contentTypeDescription="Create a new document." ma:contentTypeScope="" ma:versionID="9a8d9f89b48ed003cfcf535064f55281">
  <xsd:schema xmlns:xsd="http://www.w3.org/2001/XMLSchema" xmlns:xs="http://www.w3.org/2001/XMLSchema" xmlns:p="http://schemas.microsoft.com/office/2006/metadata/properties" xmlns:ns2="98e57793-e4b2-47f7-877f-ea6d29fae10c" targetNamespace="http://schemas.microsoft.com/office/2006/metadata/properties" ma:root="true" ma:fieldsID="ac90d07f491b88880df6e95d9b159102" ns2:_="">
    <xsd:import namespace="98e57793-e4b2-47f7-877f-ea6d29fae10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e57793-e4b2-47f7-877f-ea6d29fae1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3e912d4b-de81-4840-8b6d-1f506001eb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8e57793-e4b2-47f7-877f-ea6d29fae10c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714AB2A-BEAB-484E-B410-6EAD30B66D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e57793-e4b2-47f7-877f-ea6d29fae10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A40F2D8-24DF-4A3B-92AB-FF5F478C1FC0}">
  <ds:schemaRefs>
    <ds:schemaRef ds:uri="http://schemas.microsoft.com/office/2006/metadata/properties"/>
    <ds:schemaRef ds:uri="http://schemas.microsoft.com/office/infopath/2007/PartnerControls"/>
    <ds:schemaRef ds:uri="98e57793-e4b2-47f7-877f-ea6d29fae10c"/>
  </ds:schemaRefs>
</ds:datastoreItem>
</file>

<file path=customXml/itemProps3.xml><?xml version="1.0" encoding="utf-8"?>
<ds:datastoreItem xmlns:ds="http://schemas.openxmlformats.org/officeDocument/2006/customXml" ds:itemID="{3C483690-CE93-4D54-AD21-274FF3D246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elearning</Template>
  <TotalTime>88</TotalTime>
  <Words>828</Words>
  <Application>Microsoft Office PowerPoint</Application>
  <PresentationFormat>Widescreen</PresentationFormat>
  <Paragraphs>146</Paragraphs>
  <Slides>12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eLearning</vt:lpstr>
      <vt:lpstr>Contents Slide Master</vt:lpstr>
      <vt:lpstr>Section Break Slide Master</vt:lpstr>
      <vt:lpstr>Blazor – Two ways</vt:lpstr>
      <vt:lpstr>PowerPoint Presentation</vt:lpstr>
      <vt:lpstr>Blazor (general)</vt:lpstr>
      <vt:lpstr>Blazor Server vs Blazor WebAssembly</vt:lpstr>
      <vt:lpstr>Blazor Server Model</vt:lpstr>
      <vt:lpstr>Blazor Server Model</vt:lpstr>
      <vt:lpstr>Blazor WebAssembly (WASM)</vt:lpstr>
      <vt:lpstr>Blazor Server Model</vt:lpstr>
      <vt:lpstr>Direct Comparison</vt:lpstr>
      <vt:lpstr>SignalR</vt:lpstr>
      <vt:lpstr>Choice of Hosting Model</vt:lpstr>
      <vt:lpstr>Recap - Blazor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Assembly</dc:title>
  <dc:creator>Allan McDonald</dc:creator>
  <cp:lastModifiedBy>Richard Chan</cp:lastModifiedBy>
  <cp:revision>98</cp:revision>
  <dcterms:created xsi:type="dcterms:W3CDTF">2021-11-15T07:32:36Z</dcterms:created>
  <dcterms:modified xsi:type="dcterms:W3CDTF">2025-11-20T03:07:51Z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0x010100E940DCEB12F1B74BB4C78279C22A4348</vt:lpwstr>
  </property>
  <property fmtid="{D5CDD505-2E9C-101B-9397-08002B2CF9AE}" pid="3" name="Order">
    <vt:r8>3432000</vt:r8>
  </property>
  <property fmtid="{D5CDD505-2E9C-101B-9397-08002B2CF9AE}" pid="4" name="MediaServiceImageTags">
    <vt:lpwstr/>
  </property>
</Properties>
</file>